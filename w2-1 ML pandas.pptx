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8" r:id="rId11"/>
    <p:sldId id="270" r:id="rId12"/>
    <p:sldId id="271" r:id="rId13"/>
    <p:sldId id="272" r:id="rId14"/>
    <p:sldId id="273" r:id="rId15"/>
    <p:sldId id="274" r:id="rId16"/>
    <p:sldId id="265" r:id="rId17"/>
    <p:sldId id="267" r:id="rId18"/>
    <p:sldId id="275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 HYUN KIL" userId="d5bffe1d-586f-4b28-9005-eb11788ec385" providerId="ADAL" clId="{7A069B95-08D0-4B85-AA21-57825281DA17}"/>
    <pc:docChg chg="delSld">
      <pc:chgData name="SHIN HYUN KIL" userId="d5bffe1d-586f-4b28-9005-eb11788ec385" providerId="ADAL" clId="{7A069B95-08D0-4B85-AA21-57825281DA17}" dt="2026-06-15T09:45:16.647" v="0" actId="47"/>
      <pc:docMkLst>
        <pc:docMk/>
      </pc:docMkLst>
      <pc:sldChg chg="del">
        <pc:chgData name="SHIN HYUN KIL" userId="d5bffe1d-586f-4b28-9005-eb11788ec385" providerId="ADAL" clId="{7A069B95-08D0-4B85-AA21-57825281DA17}" dt="2026-06-15T09:45:16.647" v="0" actId="47"/>
        <pc:sldMkLst>
          <pc:docMk/>
          <pc:sldMk cId="830283338" sldId="269"/>
        </pc:sldMkLst>
      </pc:sldChg>
    </pc:docChg>
  </pc:docChgLst>
  <pc:docChgLst>
    <pc:chgData name="SHIN HYUN KIL" userId="d5bffe1d-586f-4b28-9005-eb11788ec385" providerId="ADAL" clId="{28E738DF-29E1-46A8-86AB-86F3687E81D9}"/>
    <pc:docChg chg="undo custSel addSld delSld modSld">
      <pc:chgData name="SHIN HYUN KIL" userId="d5bffe1d-586f-4b28-9005-eb11788ec385" providerId="ADAL" clId="{28E738DF-29E1-46A8-86AB-86F3687E81D9}" dt="2026-03-06T04:52:29.954" v="16457" actId="20577"/>
      <pc:docMkLst>
        <pc:docMk/>
      </pc:docMkLst>
      <pc:sldChg chg="addSp delSp modSp new mod">
        <pc:chgData name="SHIN HYUN KIL" userId="d5bffe1d-586f-4b28-9005-eb11788ec385" providerId="ADAL" clId="{28E738DF-29E1-46A8-86AB-86F3687E81D9}" dt="2026-03-06T02:37:19.248" v="6543" actId="20577"/>
        <pc:sldMkLst>
          <pc:docMk/>
          <pc:sldMk cId="421575519" sldId="259"/>
        </pc:sldMkLst>
        <pc:spChg chg="mod">
          <ac:chgData name="SHIN HYUN KIL" userId="d5bffe1d-586f-4b28-9005-eb11788ec385" providerId="ADAL" clId="{28E738DF-29E1-46A8-86AB-86F3687E81D9}" dt="2026-03-05T12:20:39.204" v="71" actId="20577"/>
          <ac:spMkLst>
            <pc:docMk/>
            <pc:sldMk cId="421575519" sldId="259"/>
            <ac:spMk id="2" creationId="{D0DEB595-72EE-3013-200D-ADF05B242F98}"/>
          </ac:spMkLst>
        </pc:spChg>
        <pc:spChg chg="add del mod">
          <ac:chgData name="SHIN HYUN KIL" userId="d5bffe1d-586f-4b28-9005-eb11788ec385" providerId="ADAL" clId="{28E738DF-29E1-46A8-86AB-86F3687E81D9}" dt="2026-03-05T12:20:16.550" v="9"/>
          <ac:spMkLst>
            <pc:docMk/>
            <pc:sldMk cId="421575519" sldId="259"/>
            <ac:spMk id="3" creationId="{B2CFBE40-0292-49E2-0CEA-17673B00D2AE}"/>
          </ac:spMkLst>
        </pc:spChg>
        <pc:spChg chg="add mod">
          <ac:chgData name="SHIN HYUN KIL" userId="d5bffe1d-586f-4b28-9005-eb11788ec385" providerId="ADAL" clId="{28E738DF-29E1-46A8-86AB-86F3687E81D9}" dt="2026-03-06T02:37:19.248" v="6543" actId="20577"/>
          <ac:spMkLst>
            <pc:docMk/>
            <pc:sldMk cId="421575519" sldId="259"/>
            <ac:spMk id="11" creationId="{EEDCB63A-3DE6-317C-9004-3580AEADAD43}"/>
          </ac:spMkLst>
        </pc:spChg>
        <pc:picChg chg="add del mod ord">
          <ac:chgData name="SHIN HYUN KIL" userId="d5bffe1d-586f-4b28-9005-eb11788ec385" providerId="ADAL" clId="{28E738DF-29E1-46A8-86AB-86F3687E81D9}" dt="2026-03-05T12:19:59.422" v="3" actId="931"/>
          <ac:picMkLst>
            <pc:docMk/>
            <pc:sldMk cId="421575519" sldId="259"/>
            <ac:picMk id="5" creationId="{341EEE9B-5667-2801-07B2-6BF1B2BF7972}"/>
          </ac:picMkLst>
        </pc:picChg>
        <pc:picChg chg="add del mod ord">
          <ac:chgData name="SHIN HYUN KIL" userId="d5bffe1d-586f-4b28-9005-eb11788ec385" providerId="ADAL" clId="{28E738DF-29E1-46A8-86AB-86F3687E81D9}" dt="2026-03-05T12:20:06.345" v="6" actId="931"/>
          <ac:picMkLst>
            <pc:docMk/>
            <pc:sldMk cId="421575519" sldId="259"/>
            <ac:picMk id="7" creationId="{CD4DA414-33CD-3145-40D8-479432C01226}"/>
          </ac:picMkLst>
        </pc:picChg>
        <pc:picChg chg="add del mod ord">
          <ac:chgData name="SHIN HYUN KIL" userId="d5bffe1d-586f-4b28-9005-eb11788ec385" providerId="ADAL" clId="{28E738DF-29E1-46A8-86AB-86F3687E81D9}" dt="2026-03-05T12:21:23.560" v="73" actId="21"/>
          <ac:picMkLst>
            <pc:docMk/>
            <pc:sldMk cId="421575519" sldId="259"/>
            <ac:picMk id="9" creationId="{926657E2-35FA-D03D-6BF9-C0721915AAA3}"/>
          </ac:picMkLst>
        </pc:picChg>
        <pc:picChg chg="add mod">
          <ac:chgData name="SHIN HYUN KIL" userId="d5bffe1d-586f-4b28-9005-eb11788ec385" providerId="ADAL" clId="{28E738DF-29E1-46A8-86AB-86F3687E81D9}" dt="2026-03-05T12:22:09.979" v="166" actId="1076"/>
          <ac:picMkLst>
            <pc:docMk/>
            <pc:sldMk cId="421575519" sldId="259"/>
            <ac:picMk id="12" creationId="{926657E2-35FA-D03D-6BF9-C0721915AAA3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6T00:56:19.041" v="5349" actId="1076"/>
        <pc:sldMkLst>
          <pc:docMk/>
          <pc:sldMk cId="3827503171" sldId="260"/>
        </pc:sldMkLst>
        <pc:spChg chg="mod">
          <ac:chgData name="SHIN HYUN KIL" userId="d5bffe1d-586f-4b28-9005-eb11788ec385" providerId="ADAL" clId="{28E738DF-29E1-46A8-86AB-86F3687E81D9}" dt="2026-03-05T12:32:29.126" v="992" actId="20577"/>
          <ac:spMkLst>
            <pc:docMk/>
            <pc:sldMk cId="3827503171" sldId="260"/>
            <ac:spMk id="2" creationId="{B59C65AF-D518-2CC6-26EF-301F2E035C71}"/>
          </ac:spMkLst>
        </pc:spChg>
        <pc:spChg chg="add mod">
          <ac:chgData name="SHIN HYUN KIL" userId="d5bffe1d-586f-4b28-9005-eb11788ec385" providerId="ADAL" clId="{28E738DF-29E1-46A8-86AB-86F3687E81D9}" dt="2026-03-05T12:47:43.878" v="1077" actId="1076"/>
          <ac:spMkLst>
            <pc:docMk/>
            <pc:sldMk cId="3827503171" sldId="260"/>
            <ac:spMk id="3" creationId="{ACDCB254-34C6-9300-E5A3-46832C31E8B8}"/>
          </ac:spMkLst>
        </pc:spChg>
        <pc:spChg chg="del">
          <ac:chgData name="SHIN HYUN KIL" userId="d5bffe1d-586f-4b28-9005-eb11788ec385" providerId="ADAL" clId="{28E738DF-29E1-46A8-86AB-86F3687E81D9}" dt="2026-03-05T12:24:49.987" v="737" actId="478"/>
          <ac:spMkLst>
            <pc:docMk/>
            <pc:sldMk cId="3827503171" sldId="260"/>
            <ac:spMk id="3" creationId="{E2E99A9C-7B3E-78C0-354C-6C43492AB95A}"/>
          </ac:spMkLst>
        </pc:spChg>
        <pc:spChg chg="add mod">
          <ac:chgData name="SHIN HYUN KIL" userId="d5bffe1d-586f-4b28-9005-eb11788ec385" providerId="ADAL" clId="{28E738DF-29E1-46A8-86AB-86F3687E81D9}" dt="2026-03-05T12:32:24.159" v="991" actId="20577"/>
          <ac:spMkLst>
            <pc:docMk/>
            <pc:sldMk cId="3827503171" sldId="260"/>
            <ac:spMk id="4" creationId="{B4235ACC-0219-EF7A-F797-F23B7A0F7B50}"/>
          </ac:spMkLst>
        </pc:spChg>
        <pc:spChg chg="add mod">
          <ac:chgData name="SHIN HYUN KIL" userId="d5bffe1d-586f-4b28-9005-eb11788ec385" providerId="ADAL" clId="{28E738DF-29E1-46A8-86AB-86F3687E81D9}" dt="2026-03-05T12:30:22.223" v="917" actId="1076"/>
          <ac:spMkLst>
            <pc:docMk/>
            <pc:sldMk cId="3827503171" sldId="260"/>
            <ac:spMk id="5" creationId="{60A0525D-8F3F-D5FA-9D3C-BF612249E9AC}"/>
          </ac:spMkLst>
        </pc:spChg>
        <pc:spChg chg="add mod">
          <ac:chgData name="SHIN HYUN KIL" userId="d5bffe1d-586f-4b28-9005-eb11788ec385" providerId="ADAL" clId="{28E738DF-29E1-46A8-86AB-86F3687E81D9}" dt="2026-03-05T12:32:18.031" v="986" actId="20577"/>
          <ac:spMkLst>
            <pc:docMk/>
            <pc:sldMk cId="3827503171" sldId="260"/>
            <ac:spMk id="6" creationId="{BB668D25-72D4-0070-3625-2715AAFA8999}"/>
          </ac:spMkLst>
        </pc:spChg>
        <pc:spChg chg="add mod">
          <ac:chgData name="SHIN HYUN KIL" userId="d5bffe1d-586f-4b28-9005-eb11788ec385" providerId="ADAL" clId="{28E738DF-29E1-46A8-86AB-86F3687E81D9}" dt="2026-03-05T12:47:55.950" v="1079" actId="1076"/>
          <ac:spMkLst>
            <pc:docMk/>
            <pc:sldMk cId="3827503171" sldId="260"/>
            <ac:spMk id="7" creationId="{16600D31-17CB-1B31-1967-3E59C39326B1}"/>
          </ac:spMkLst>
        </pc:spChg>
        <pc:spChg chg="add mod">
          <ac:chgData name="SHIN HYUN KIL" userId="d5bffe1d-586f-4b28-9005-eb11788ec385" providerId="ADAL" clId="{28E738DF-29E1-46A8-86AB-86F3687E81D9}" dt="2026-03-06T00:56:19.041" v="5349" actId="1076"/>
          <ac:spMkLst>
            <pc:docMk/>
            <pc:sldMk cId="3827503171" sldId="260"/>
            <ac:spMk id="10" creationId="{AEA11AB0-4965-1B41-AF7F-2B05D7757543}"/>
          </ac:spMkLst>
        </pc:spChg>
        <pc:spChg chg="add mod">
          <ac:chgData name="SHIN HYUN KIL" userId="d5bffe1d-586f-4b28-9005-eb11788ec385" providerId="ADAL" clId="{28E738DF-29E1-46A8-86AB-86F3687E81D9}" dt="2026-03-05T12:32:43.792" v="1006" actId="20577"/>
          <ac:spMkLst>
            <pc:docMk/>
            <pc:sldMk cId="3827503171" sldId="260"/>
            <ac:spMk id="12" creationId="{B20D6C14-C043-F95F-2674-DF7AFF84488B}"/>
          </ac:spMkLst>
        </pc:spChg>
        <pc:spChg chg="add mod">
          <ac:chgData name="SHIN HYUN KIL" userId="d5bffe1d-586f-4b28-9005-eb11788ec385" providerId="ADAL" clId="{28E738DF-29E1-46A8-86AB-86F3687E81D9}" dt="2026-03-05T13:08:55.010" v="4123" actId="20577"/>
          <ac:spMkLst>
            <pc:docMk/>
            <pc:sldMk cId="3827503171" sldId="260"/>
            <ac:spMk id="13" creationId="{ACBD7C11-94CA-0BA6-5553-AF6342C0315C}"/>
          </ac:spMkLst>
        </pc:spChg>
        <pc:graphicFrameChg chg="add del mod">
          <ac:chgData name="SHIN HYUN KIL" userId="d5bffe1d-586f-4b28-9005-eb11788ec385" providerId="ADAL" clId="{28E738DF-29E1-46A8-86AB-86F3687E81D9}" dt="2026-03-05T12:34:17.544" v="1019" actId="478"/>
          <ac:graphicFrameMkLst>
            <pc:docMk/>
            <pc:sldMk cId="3827503171" sldId="260"/>
            <ac:graphicFrameMk id="14" creationId="{3ECAF313-F988-DAC2-2EE3-DC0F01E9F326}"/>
          </ac:graphicFrameMkLst>
        </pc:graphicFrameChg>
        <pc:graphicFrameChg chg="add del mod modGraphic">
          <ac:chgData name="SHIN HYUN KIL" userId="d5bffe1d-586f-4b28-9005-eb11788ec385" providerId="ADAL" clId="{28E738DF-29E1-46A8-86AB-86F3687E81D9}" dt="2026-03-05T13:09:01.808" v="4124" actId="113"/>
          <ac:graphicFrameMkLst>
            <pc:docMk/>
            <pc:sldMk cId="3827503171" sldId="260"/>
            <ac:graphicFrameMk id="15" creationId="{1CBEC493-5146-BF5D-2FAC-516821D799D3}"/>
          </ac:graphicFrameMkLst>
        </pc:graphicFrameChg>
        <pc:cxnChg chg="add mod">
          <ac:chgData name="SHIN HYUN KIL" userId="d5bffe1d-586f-4b28-9005-eb11788ec385" providerId="ADAL" clId="{28E738DF-29E1-46A8-86AB-86F3687E81D9}" dt="2026-03-05T12:30:31.182" v="919" actId="13822"/>
          <ac:cxnSpMkLst>
            <pc:docMk/>
            <pc:sldMk cId="3827503171" sldId="260"/>
            <ac:cxnSpMk id="8" creationId="{4E655441-563A-919A-6409-A144D09DA5A4}"/>
          </ac:cxnSpMkLst>
        </pc:cxnChg>
        <pc:cxnChg chg="add mod">
          <ac:chgData name="SHIN HYUN KIL" userId="d5bffe1d-586f-4b28-9005-eb11788ec385" providerId="ADAL" clId="{28E738DF-29E1-46A8-86AB-86F3687E81D9}" dt="2026-03-05T12:31:04.098" v="958" actId="1035"/>
          <ac:cxnSpMkLst>
            <pc:docMk/>
            <pc:sldMk cId="3827503171" sldId="260"/>
            <ac:cxnSpMk id="9" creationId="{E4D04D94-8342-605D-E076-ACE668CD6D95}"/>
          </ac:cxnSpMkLst>
        </pc:cxnChg>
      </pc:sldChg>
      <pc:sldChg chg="addSp modSp new mod">
        <pc:chgData name="SHIN HYUN KIL" userId="d5bffe1d-586f-4b28-9005-eb11788ec385" providerId="ADAL" clId="{28E738DF-29E1-46A8-86AB-86F3687E81D9}" dt="2026-03-05T12:53:05.991" v="1704" actId="20577"/>
        <pc:sldMkLst>
          <pc:docMk/>
          <pc:sldMk cId="851056487" sldId="261"/>
        </pc:sldMkLst>
        <pc:spChg chg="mod">
          <ac:chgData name="SHIN HYUN KIL" userId="d5bffe1d-586f-4b28-9005-eb11788ec385" providerId="ADAL" clId="{28E738DF-29E1-46A8-86AB-86F3687E81D9}" dt="2026-03-05T12:49:53.910" v="1146" actId="20577"/>
          <ac:spMkLst>
            <pc:docMk/>
            <pc:sldMk cId="851056487" sldId="261"/>
            <ac:spMk id="2" creationId="{FCCA0143-8FE9-CEE0-77AE-12E068F93385}"/>
          </ac:spMkLst>
        </pc:spChg>
        <pc:spChg chg="mod">
          <ac:chgData name="SHIN HYUN KIL" userId="d5bffe1d-586f-4b28-9005-eb11788ec385" providerId="ADAL" clId="{28E738DF-29E1-46A8-86AB-86F3687E81D9}" dt="2026-03-05T12:53:05.991" v="1704" actId="20577"/>
          <ac:spMkLst>
            <pc:docMk/>
            <pc:sldMk cId="851056487" sldId="261"/>
            <ac:spMk id="3" creationId="{97D9077B-BF61-BF52-7535-0332D0FDE770}"/>
          </ac:spMkLst>
        </pc:spChg>
        <pc:picChg chg="add mod">
          <ac:chgData name="SHIN HYUN KIL" userId="d5bffe1d-586f-4b28-9005-eb11788ec385" providerId="ADAL" clId="{28E738DF-29E1-46A8-86AB-86F3687E81D9}" dt="2026-03-05T12:49:43.361" v="1086" actId="1076"/>
          <ac:picMkLst>
            <pc:docMk/>
            <pc:sldMk cId="851056487" sldId="261"/>
            <ac:picMk id="4" creationId="{14DB29FE-E13D-83BE-B532-FA242A4C2676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6T00:58:49.227" v="5961" actId="20577"/>
        <pc:sldMkLst>
          <pc:docMk/>
          <pc:sldMk cId="3220671752" sldId="262"/>
        </pc:sldMkLst>
        <pc:spChg chg="del">
          <ac:chgData name="SHIN HYUN KIL" userId="d5bffe1d-586f-4b28-9005-eb11788ec385" providerId="ADAL" clId="{28E738DF-29E1-46A8-86AB-86F3687E81D9}" dt="2026-03-05T12:54:09.164" v="1706" actId="478"/>
          <ac:spMkLst>
            <pc:docMk/>
            <pc:sldMk cId="3220671752" sldId="262"/>
            <ac:spMk id="2" creationId="{C116C00E-D9DA-D1D2-9C15-6F15DDBF7AC2}"/>
          </ac:spMkLst>
        </pc:spChg>
        <pc:spChg chg="del">
          <ac:chgData name="SHIN HYUN KIL" userId="d5bffe1d-586f-4b28-9005-eb11788ec385" providerId="ADAL" clId="{28E738DF-29E1-46A8-86AB-86F3687E81D9}" dt="2026-03-05T12:54:09.164" v="1706" actId="478"/>
          <ac:spMkLst>
            <pc:docMk/>
            <pc:sldMk cId="3220671752" sldId="262"/>
            <ac:spMk id="3" creationId="{51E93958-A6EB-E409-8155-2500A27A8A87}"/>
          </ac:spMkLst>
        </pc:spChg>
        <pc:spChg chg="add mod">
          <ac:chgData name="SHIN HYUN KIL" userId="d5bffe1d-586f-4b28-9005-eb11788ec385" providerId="ADAL" clId="{28E738DF-29E1-46A8-86AB-86F3687E81D9}" dt="2026-03-05T12:58:43.051" v="1855" actId="20577"/>
          <ac:spMkLst>
            <pc:docMk/>
            <pc:sldMk cId="3220671752" sldId="262"/>
            <ac:spMk id="11" creationId="{59D9AF99-A51F-1CF6-E01C-34FBFDDEACF9}"/>
          </ac:spMkLst>
        </pc:spChg>
        <pc:spChg chg="add mod">
          <ac:chgData name="SHIN HYUN KIL" userId="d5bffe1d-586f-4b28-9005-eb11788ec385" providerId="ADAL" clId="{28E738DF-29E1-46A8-86AB-86F3687E81D9}" dt="2026-03-06T00:58:49.227" v="5961" actId="20577"/>
          <ac:spMkLst>
            <pc:docMk/>
            <pc:sldMk cId="3220671752" sldId="262"/>
            <ac:spMk id="12" creationId="{0264C84F-FDA2-19E1-7B0C-2F31F24933F4}"/>
          </ac:spMkLst>
        </pc:spChg>
        <pc:picChg chg="add mod">
          <ac:chgData name="SHIN HYUN KIL" userId="d5bffe1d-586f-4b28-9005-eb11788ec385" providerId="ADAL" clId="{28E738DF-29E1-46A8-86AB-86F3687E81D9}" dt="2026-03-05T12:57:52.526" v="1785" actId="1038"/>
          <ac:picMkLst>
            <pc:docMk/>
            <pc:sldMk cId="3220671752" sldId="262"/>
            <ac:picMk id="5" creationId="{45ADD97F-4E17-64B7-AF52-B83370FC4D62}"/>
          </ac:picMkLst>
        </pc:picChg>
        <pc:cxnChg chg="add mod">
          <ac:chgData name="SHIN HYUN KIL" userId="d5bffe1d-586f-4b28-9005-eb11788ec385" providerId="ADAL" clId="{28E738DF-29E1-46A8-86AB-86F3687E81D9}" dt="2026-03-05T12:57:52.526" v="1785" actId="1038"/>
          <ac:cxnSpMkLst>
            <pc:docMk/>
            <pc:sldMk cId="3220671752" sldId="262"/>
            <ac:cxnSpMk id="7" creationId="{0D419BD8-2653-51E1-AE41-BE2BB32D1F51}"/>
          </ac:cxnSpMkLst>
        </pc:cxnChg>
        <pc:cxnChg chg="add mod">
          <ac:chgData name="SHIN HYUN KIL" userId="d5bffe1d-586f-4b28-9005-eb11788ec385" providerId="ADAL" clId="{28E738DF-29E1-46A8-86AB-86F3687E81D9}" dt="2026-03-05T12:57:52.526" v="1785" actId="1038"/>
          <ac:cxnSpMkLst>
            <pc:docMk/>
            <pc:sldMk cId="3220671752" sldId="262"/>
            <ac:cxnSpMk id="8" creationId="{F47CEA74-9BFE-1D90-4C5C-2F83FC065450}"/>
          </ac:cxnSpMkLst>
        </pc:cxnChg>
      </pc:sldChg>
      <pc:sldChg chg="modSp new mod">
        <pc:chgData name="SHIN HYUN KIL" userId="d5bffe1d-586f-4b28-9005-eb11788ec385" providerId="ADAL" clId="{28E738DF-29E1-46A8-86AB-86F3687E81D9}" dt="2026-03-06T00:59:04.090" v="5999" actId="6549"/>
        <pc:sldMkLst>
          <pc:docMk/>
          <pc:sldMk cId="332151464" sldId="263"/>
        </pc:sldMkLst>
        <pc:spChg chg="mod">
          <ac:chgData name="SHIN HYUN KIL" userId="d5bffe1d-586f-4b28-9005-eb11788ec385" providerId="ADAL" clId="{28E738DF-29E1-46A8-86AB-86F3687E81D9}" dt="2026-03-06T00:59:04.090" v="5999" actId="6549"/>
          <ac:spMkLst>
            <pc:docMk/>
            <pc:sldMk cId="332151464" sldId="263"/>
            <ac:spMk id="2" creationId="{00D44FC2-196E-F474-F2E3-BF0431DEBFCE}"/>
          </ac:spMkLst>
        </pc:spChg>
        <pc:spChg chg="mod">
          <ac:chgData name="SHIN HYUN KIL" userId="d5bffe1d-586f-4b28-9005-eb11788ec385" providerId="ADAL" clId="{28E738DF-29E1-46A8-86AB-86F3687E81D9}" dt="2026-03-05T13:05:25.674" v="3195" actId="27636"/>
          <ac:spMkLst>
            <pc:docMk/>
            <pc:sldMk cId="332151464" sldId="263"/>
            <ac:spMk id="3" creationId="{03BA62C9-3B87-F083-52C0-733347E9E497}"/>
          </ac:spMkLst>
        </pc:spChg>
      </pc:sldChg>
      <pc:sldChg chg="modSp new mod">
        <pc:chgData name="SHIN HYUN KIL" userId="d5bffe1d-586f-4b28-9005-eb11788ec385" providerId="ADAL" clId="{28E738DF-29E1-46A8-86AB-86F3687E81D9}" dt="2026-03-06T00:59:46.970" v="6203" actId="20577"/>
        <pc:sldMkLst>
          <pc:docMk/>
          <pc:sldMk cId="2313464395" sldId="264"/>
        </pc:sldMkLst>
        <pc:spChg chg="mod">
          <ac:chgData name="SHIN HYUN KIL" userId="d5bffe1d-586f-4b28-9005-eb11788ec385" providerId="ADAL" clId="{28E738DF-29E1-46A8-86AB-86F3687E81D9}" dt="2026-03-05T13:11:42.228" v="4611" actId="20577"/>
          <ac:spMkLst>
            <pc:docMk/>
            <pc:sldMk cId="2313464395" sldId="264"/>
            <ac:spMk id="2" creationId="{93DA27CA-C9F3-66F6-05AF-5F09AA92FC71}"/>
          </ac:spMkLst>
        </pc:spChg>
        <pc:spChg chg="mod">
          <ac:chgData name="SHIN HYUN KIL" userId="d5bffe1d-586f-4b28-9005-eb11788ec385" providerId="ADAL" clId="{28E738DF-29E1-46A8-86AB-86F3687E81D9}" dt="2026-03-06T00:59:46.970" v="6203" actId="20577"/>
          <ac:spMkLst>
            <pc:docMk/>
            <pc:sldMk cId="2313464395" sldId="264"/>
            <ac:spMk id="3" creationId="{1A743D09-5EDA-2116-8DF7-A540CEB7D5CB}"/>
          </ac:spMkLst>
        </pc:spChg>
      </pc:sldChg>
      <pc:sldChg chg="addSp delSp modSp new del mod">
        <pc:chgData name="SHIN HYUN KIL" userId="d5bffe1d-586f-4b28-9005-eb11788ec385" providerId="ADAL" clId="{28E738DF-29E1-46A8-86AB-86F3687E81D9}" dt="2026-03-06T02:51:51.316" v="7136" actId="2696"/>
        <pc:sldMkLst>
          <pc:docMk/>
          <pc:sldMk cId="1803550138" sldId="265"/>
        </pc:sldMkLst>
        <pc:spChg chg="mod">
          <ac:chgData name="SHIN HYUN KIL" userId="d5bffe1d-586f-4b28-9005-eb11788ec385" providerId="ADAL" clId="{28E738DF-29E1-46A8-86AB-86F3687E81D9}" dt="2026-03-06T01:30:11.691" v="6416" actId="20577"/>
          <ac:spMkLst>
            <pc:docMk/>
            <pc:sldMk cId="1803550138" sldId="265"/>
            <ac:spMk id="2" creationId="{3BC5FFEC-3D58-34A3-F97F-2438962CA864}"/>
          </ac:spMkLst>
        </pc:spChg>
        <pc:spChg chg="del">
          <ac:chgData name="SHIN HYUN KIL" userId="d5bffe1d-586f-4b28-9005-eb11788ec385" providerId="ADAL" clId="{28E738DF-29E1-46A8-86AB-86F3687E81D9}" dt="2026-03-06T01:00:22.107" v="6264" actId="478"/>
          <ac:spMkLst>
            <pc:docMk/>
            <pc:sldMk cId="1803550138" sldId="265"/>
            <ac:spMk id="3" creationId="{A62D47A3-687E-DDD1-4FB2-4E0F493AF59E}"/>
          </ac:spMkLst>
        </pc:spChg>
        <pc:spChg chg="add mod ord">
          <ac:chgData name="SHIN HYUN KIL" userId="d5bffe1d-586f-4b28-9005-eb11788ec385" providerId="ADAL" clId="{28E738DF-29E1-46A8-86AB-86F3687E81D9}" dt="2026-03-06T01:13:56.929" v="6393" actId="1076"/>
          <ac:spMkLst>
            <pc:docMk/>
            <pc:sldMk cId="1803550138" sldId="265"/>
            <ac:spMk id="4" creationId="{ADF2F384-8E79-6992-6F62-00F713CBEE05}"/>
          </ac:spMkLst>
        </pc:spChg>
        <pc:spChg chg="add mod">
          <ac:chgData name="SHIN HYUN KIL" userId="d5bffe1d-586f-4b28-9005-eb11788ec385" providerId="ADAL" clId="{28E738DF-29E1-46A8-86AB-86F3687E81D9}" dt="2026-03-06T01:01:42.441" v="6282" actId="1076"/>
          <ac:spMkLst>
            <pc:docMk/>
            <pc:sldMk cId="1803550138" sldId="265"/>
            <ac:spMk id="5" creationId="{30655137-6DB1-1918-9FDD-0BFAAF3CCFCE}"/>
          </ac:spMkLst>
        </pc:spChg>
        <pc:picChg chg="add mod">
          <ac:chgData name="SHIN HYUN KIL" userId="d5bffe1d-586f-4b28-9005-eb11788ec385" providerId="ADAL" clId="{28E738DF-29E1-46A8-86AB-86F3687E81D9}" dt="2026-03-06T01:13:01.935" v="6328" actId="1076"/>
          <ac:picMkLst>
            <pc:docMk/>
            <pc:sldMk cId="1803550138" sldId="265"/>
            <ac:picMk id="7" creationId="{D97A65F6-3454-4ABE-3A3B-5F1EACF4E081}"/>
          </ac:picMkLst>
        </pc:picChg>
      </pc:sldChg>
      <pc:sldChg chg="modSp add mod">
        <pc:chgData name="SHIN HYUN KIL" userId="d5bffe1d-586f-4b28-9005-eb11788ec385" providerId="ADAL" clId="{28E738DF-29E1-46A8-86AB-86F3687E81D9}" dt="2026-03-06T04:36:48.334" v="12878" actId="20577"/>
        <pc:sldMkLst>
          <pc:docMk/>
          <pc:sldMk cId="1911580885" sldId="265"/>
        </pc:sldMkLst>
        <pc:spChg chg="mod">
          <ac:chgData name="SHIN HYUN KIL" userId="d5bffe1d-586f-4b28-9005-eb11788ec385" providerId="ADAL" clId="{28E738DF-29E1-46A8-86AB-86F3687E81D9}" dt="2026-03-06T04:36:48.334" v="12878" actId="20577"/>
          <ac:spMkLst>
            <pc:docMk/>
            <pc:sldMk cId="1911580885" sldId="265"/>
            <ac:spMk id="2" creationId="{3BC5FFEC-3D58-34A3-F97F-2438962CA864}"/>
          </ac:spMkLst>
        </pc:spChg>
      </pc:sldChg>
      <pc:sldChg chg="addSp delSp modSp new mod">
        <pc:chgData name="SHIN HYUN KIL" userId="d5bffe1d-586f-4b28-9005-eb11788ec385" providerId="ADAL" clId="{28E738DF-29E1-46A8-86AB-86F3687E81D9}" dt="2026-03-06T03:36:05.618" v="10899" actId="20577"/>
        <pc:sldMkLst>
          <pc:docMk/>
          <pc:sldMk cId="4147230892" sldId="266"/>
        </pc:sldMkLst>
        <pc:spChg chg="mod">
          <ac:chgData name="SHIN HYUN KIL" userId="d5bffe1d-586f-4b28-9005-eb11788ec385" providerId="ADAL" clId="{28E738DF-29E1-46A8-86AB-86F3687E81D9}" dt="2026-03-06T02:51:30.310" v="7132" actId="404"/>
          <ac:spMkLst>
            <pc:docMk/>
            <pc:sldMk cId="4147230892" sldId="266"/>
            <ac:spMk id="2" creationId="{9E22905C-BB90-DC93-7C92-49706AC2F359}"/>
          </ac:spMkLst>
        </pc:spChg>
        <pc:spChg chg="del">
          <ac:chgData name="SHIN HYUN KIL" userId="d5bffe1d-586f-4b28-9005-eb11788ec385" providerId="ADAL" clId="{28E738DF-29E1-46A8-86AB-86F3687E81D9}" dt="2026-03-06T02:44:12.225" v="6640" actId="478"/>
          <ac:spMkLst>
            <pc:docMk/>
            <pc:sldMk cId="4147230892" sldId="266"/>
            <ac:spMk id="3" creationId="{1E1CCC45-3AFF-A802-942D-70D701D67FBF}"/>
          </ac:spMkLst>
        </pc:spChg>
        <pc:spChg chg="add del mod">
          <ac:chgData name="SHIN HYUN KIL" userId="d5bffe1d-586f-4b28-9005-eb11788ec385" providerId="ADAL" clId="{28E738DF-29E1-46A8-86AB-86F3687E81D9}" dt="2026-03-06T02:44:30.025" v="6644" actId="478"/>
          <ac:spMkLst>
            <pc:docMk/>
            <pc:sldMk cId="4147230892" sldId="266"/>
            <ac:spMk id="4" creationId="{1B1393FD-07A7-9F24-B0EA-40157F0BE5EE}"/>
          </ac:spMkLst>
        </pc:spChg>
        <pc:spChg chg="add del mod">
          <ac:chgData name="SHIN HYUN KIL" userId="d5bffe1d-586f-4b28-9005-eb11788ec385" providerId="ADAL" clId="{28E738DF-29E1-46A8-86AB-86F3687E81D9}" dt="2026-03-06T02:44:30.025" v="6644" actId="478"/>
          <ac:spMkLst>
            <pc:docMk/>
            <pc:sldMk cId="4147230892" sldId="266"/>
            <ac:spMk id="5" creationId="{1186369C-D6C6-EF0A-9113-67C9ED3E50C4}"/>
          </ac:spMkLst>
        </pc:spChg>
        <pc:spChg chg="add del mod">
          <ac:chgData name="SHIN HYUN KIL" userId="d5bffe1d-586f-4b28-9005-eb11788ec385" providerId="ADAL" clId="{28E738DF-29E1-46A8-86AB-86F3687E81D9}" dt="2026-03-06T02:44:30.025" v="6644" actId="478"/>
          <ac:spMkLst>
            <pc:docMk/>
            <pc:sldMk cId="4147230892" sldId="266"/>
            <ac:spMk id="6" creationId="{E1B490EB-B2C3-C801-AB89-47301F9DDC2F}"/>
          </ac:spMkLst>
        </pc:spChg>
        <pc:spChg chg="add del mod">
          <ac:chgData name="SHIN HYUN KIL" userId="d5bffe1d-586f-4b28-9005-eb11788ec385" providerId="ADAL" clId="{28E738DF-29E1-46A8-86AB-86F3687E81D9}" dt="2026-03-06T02:44:47.498" v="6673" actId="478"/>
          <ac:spMkLst>
            <pc:docMk/>
            <pc:sldMk cId="4147230892" sldId="266"/>
            <ac:spMk id="10" creationId="{082B67B3-CAD1-E105-BCF7-627F60E18BDF}"/>
          </ac:spMkLst>
        </pc:spChg>
        <pc:spChg chg="add mod">
          <ac:chgData name="SHIN HYUN KIL" userId="d5bffe1d-586f-4b28-9005-eb11788ec385" providerId="ADAL" clId="{28E738DF-29E1-46A8-86AB-86F3687E81D9}" dt="2026-03-06T03:36:05.618" v="10899" actId="20577"/>
          <ac:spMkLst>
            <pc:docMk/>
            <pc:sldMk cId="4147230892" sldId="266"/>
            <ac:spMk id="12" creationId="{BA608E14-EDB9-E538-933C-21574B7052C2}"/>
          </ac:spMkLst>
        </pc:spChg>
        <pc:spChg chg="add del mod">
          <ac:chgData name="SHIN HYUN KIL" userId="d5bffe1d-586f-4b28-9005-eb11788ec385" providerId="ADAL" clId="{28E738DF-29E1-46A8-86AB-86F3687E81D9}" dt="2026-03-06T02:51:05.742" v="7125" actId="478"/>
          <ac:spMkLst>
            <pc:docMk/>
            <pc:sldMk cId="4147230892" sldId="266"/>
            <ac:spMk id="13" creationId="{286806A6-9296-C94A-1A41-7E8056468DD0}"/>
          </ac:spMkLst>
        </pc:spChg>
        <pc:spChg chg="add del mod">
          <ac:chgData name="SHIN HYUN KIL" userId="d5bffe1d-586f-4b28-9005-eb11788ec385" providerId="ADAL" clId="{28E738DF-29E1-46A8-86AB-86F3687E81D9}" dt="2026-03-06T02:51:05.742" v="7125" actId="478"/>
          <ac:spMkLst>
            <pc:docMk/>
            <pc:sldMk cId="4147230892" sldId="266"/>
            <ac:spMk id="14" creationId="{DC62E9A3-E6A3-B588-B0E2-EDAD9F1BB64E}"/>
          </ac:spMkLst>
        </pc:spChg>
        <pc:spChg chg="add del mod">
          <ac:chgData name="SHIN HYUN KIL" userId="d5bffe1d-586f-4b28-9005-eb11788ec385" providerId="ADAL" clId="{28E738DF-29E1-46A8-86AB-86F3687E81D9}" dt="2026-03-06T02:51:05.742" v="7125" actId="478"/>
          <ac:spMkLst>
            <pc:docMk/>
            <pc:sldMk cId="4147230892" sldId="266"/>
            <ac:spMk id="15" creationId="{7A878472-C87C-3B1E-AFC7-D003BCED0274}"/>
          </ac:spMkLst>
        </pc:spChg>
        <pc:picChg chg="add mod">
          <ac:chgData name="SHIN HYUN KIL" userId="d5bffe1d-586f-4b28-9005-eb11788ec385" providerId="ADAL" clId="{28E738DF-29E1-46A8-86AB-86F3687E81D9}" dt="2026-03-06T03:22:58.633" v="10219" actId="1076"/>
          <ac:picMkLst>
            <pc:docMk/>
            <pc:sldMk cId="4147230892" sldId="266"/>
            <ac:picMk id="11" creationId="{683E3970-71D7-4A9F-8FC3-C92CA7A8A3D3}"/>
          </ac:picMkLst>
        </pc:picChg>
        <pc:picChg chg="add mod ord">
          <ac:chgData name="SHIN HYUN KIL" userId="d5bffe1d-586f-4b28-9005-eb11788ec385" providerId="ADAL" clId="{28E738DF-29E1-46A8-86AB-86F3687E81D9}" dt="2026-03-06T02:52:10.063" v="7159" actId="1038"/>
          <ac:picMkLst>
            <pc:docMk/>
            <pc:sldMk cId="4147230892" sldId="266"/>
            <ac:picMk id="19" creationId="{1FA21C97-802D-09E6-C71F-38EC9E21A169}"/>
          </ac:picMkLst>
        </pc:picChg>
        <pc:cxnChg chg="add del mod">
          <ac:chgData name="SHIN HYUN KIL" userId="d5bffe1d-586f-4b28-9005-eb11788ec385" providerId="ADAL" clId="{28E738DF-29E1-46A8-86AB-86F3687E81D9}" dt="2026-03-06T02:44:30.025" v="6644" actId="478"/>
          <ac:cxnSpMkLst>
            <pc:docMk/>
            <pc:sldMk cId="4147230892" sldId="266"/>
            <ac:cxnSpMk id="7" creationId="{66677A26-51F0-F028-FE94-C95C141C96F0}"/>
          </ac:cxnSpMkLst>
        </pc:cxnChg>
        <pc:cxnChg chg="add del mod">
          <ac:chgData name="SHIN HYUN KIL" userId="d5bffe1d-586f-4b28-9005-eb11788ec385" providerId="ADAL" clId="{28E738DF-29E1-46A8-86AB-86F3687E81D9}" dt="2026-03-06T02:44:30.025" v="6644" actId="478"/>
          <ac:cxnSpMkLst>
            <pc:docMk/>
            <pc:sldMk cId="4147230892" sldId="266"/>
            <ac:cxnSpMk id="8" creationId="{10F90A07-10DA-A450-655F-6F9ADAD42FD5}"/>
          </ac:cxnSpMkLst>
        </pc:cxnChg>
        <pc:cxnChg chg="add del mod">
          <ac:chgData name="SHIN HYUN KIL" userId="d5bffe1d-586f-4b28-9005-eb11788ec385" providerId="ADAL" clId="{28E738DF-29E1-46A8-86AB-86F3687E81D9}" dt="2026-03-06T02:51:05.742" v="7125" actId="478"/>
          <ac:cxnSpMkLst>
            <pc:docMk/>
            <pc:sldMk cId="4147230892" sldId="266"/>
            <ac:cxnSpMk id="17" creationId="{E93C6F08-2C7B-D282-0D00-814049CEB2A2}"/>
          </ac:cxnSpMkLst>
        </pc:cxnChg>
      </pc:sldChg>
      <pc:sldChg chg="addSp modSp new mod">
        <pc:chgData name="SHIN HYUN KIL" userId="d5bffe1d-586f-4b28-9005-eb11788ec385" providerId="ADAL" clId="{28E738DF-29E1-46A8-86AB-86F3687E81D9}" dt="2026-03-06T03:12:02.327" v="10217" actId="2710"/>
        <pc:sldMkLst>
          <pc:docMk/>
          <pc:sldMk cId="652705250" sldId="267"/>
        </pc:sldMkLst>
        <pc:spChg chg="mod">
          <ac:chgData name="SHIN HYUN KIL" userId="d5bffe1d-586f-4b28-9005-eb11788ec385" providerId="ADAL" clId="{28E738DF-29E1-46A8-86AB-86F3687E81D9}" dt="2026-03-06T02:56:03.208" v="7357" actId="20577"/>
          <ac:spMkLst>
            <pc:docMk/>
            <pc:sldMk cId="652705250" sldId="267"/>
            <ac:spMk id="2" creationId="{5CAE617A-ED02-694C-6A3E-26F76A50D236}"/>
          </ac:spMkLst>
        </pc:spChg>
        <pc:spChg chg="mod">
          <ac:chgData name="SHIN HYUN KIL" userId="d5bffe1d-586f-4b28-9005-eb11788ec385" providerId="ADAL" clId="{28E738DF-29E1-46A8-86AB-86F3687E81D9}" dt="2026-03-06T03:12:02.327" v="10217" actId="2710"/>
          <ac:spMkLst>
            <pc:docMk/>
            <pc:sldMk cId="652705250" sldId="267"/>
            <ac:spMk id="3" creationId="{90D8C9F4-FB06-7BCF-3B4D-57788F48790D}"/>
          </ac:spMkLst>
        </pc:spChg>
        <pc:picChg chg="add mod">
          <ac:chgData name="SHIN HYUN KIL" userId="d5bffe1d-586f-4b28-9005-eb11788ec385" providerId="ADAL" clId="{28E738DF-29E1-46A8-86AB-86F3687E81D9}" dt="2026-03-06T03:11:54.214" v="10214" actId="1076"/>
          <ac:picMkLst>
            <pc:docMk/>
            <pc:sldMk cId="652705250" sldId="267"/>
            <ac:picMk id="5" creationId="{235041C9-2E8A-69F5-3D75-D40D83A0AE44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6T03:40:00.841" v="11652" actId="20577"/>
        <pc:sldMkLst>
          <pc:docMk/>
          <pc:sldMk cId="4278420724" sldId="268"/>
        </pc:sldMkLst>
        <pc:spChg chg="mod">
          <ac:chgData name="SHIN HYUN KIL" userId="d5bffe1d-586f-4b28-9005-eb11788ec385" providerId="ADAL" clId="{28E738DF-29E1-46A8-86AB-86F3687E81D9}" dt="2026-03-06T03:38:20.822" v="11261" actId="20577"/>
          <ac:spMkLst>
            <pc:docMk/>
            <pc:sldMk cId="4278420724" sldId="268"/>
            <ac:spMk id="2" creationId="{6BBB43BC-62C2-9148-CF0D-ED58D978011E}"/>
          </ac:spMkLst>
        </pc:spChg>
        <pc:spChg chg="mod">
          <ac:chgData name="SHIN HYUN KIL" userId="d5bffe1d-586f-4b28-9005-eb11788ec385" providerId="ADAL" clId="{28E738DF-29E1-46A8-86AB-86F3687E81D9}" dt="2026-03-06T03:40:00.841" v="11652" actId="20577"/>
          <ac:spMkLst>
            <pc:docMk/>
            <pc:sldMk cId="4278420724" sldId="268"/>
            <ac:spMk id="3" creationId="{B20EA976-841C-AEE2-97D4-5DCD2863EDF3}"/>
          </ac:spMkLst>
        </pc:spChg>
        <pc:picChg chg="add del mod">
          <ac:chgData name="SHIN HYUN KIL" userId="d5bffe1d-586f-4b28-9005-eb11788ec385" providerId="ADAL" clId="{28E738DF-29E1-46A8-86AB-86F3687E81D9}" dt="2026-03-06T03:26:43.108" v="10292" actId="478"/>
          <ac:picMkLst>
            <pc:docMk/>
            <pc:sldMk cId="4278420724" sldId="268"/>
            <ac:picMk id="4" creationId="{26439F3A-80A3-050B-E0A2-A0A5A90C3147}"/>
          </ac:picMkLst>
        </pc:picChg>
      </pc:sldChg>
      <pc:sldChg chg="modSp new mod">
        <pc:chgData name="SHIN HYUN KIL" userId="d5bffe1d-586f-4b28-9005-eb11788ec385" providerId="ADAL" clId="{28E738DF-29E1-46A8-86AB-86F3687E81D9}" dt="2026-03-06T04:48:47.748" v="15396" actId="27636"/>
        <pc:sldMkLst>
          <pc:docMk/>
          <pc:sldMk cId="830283338" sldId="269"/>
        </pc:sldMkLst>
        <pc:spChg chg="mod">
          <ac:chgData name="SHIN HYUN KIL" userId="d5bffe1d-586f-4b28-9005-eb11788ec385" providerId="ADAL" clId="{28E738DF-29E1-46A8-86AB-86F3687E81D9}" dt="2026-03-06T04:46:21.260" v="15147" actId="1076"/>
          <ac:spMkLst>
            <pc:docMk/>
            <pc:sldMk cId="830283338" sldId="269"/>
            <ac:spMk id="2" creationId="{2782323F-7C89-C1F1-9148-177451DDF8B5}"/>
          </ac:spMkLst>
        </pc:spChg>
        <pc:spChg chg="mod">
          <ac:chgData name="SHIN HYUN KIL" userId="d5bffe1d-586f-4b28-9005-eb11788ec385" providerId="ADAL" clId="{28E738DF-29E1-46A8-86AB-86F3687E81D9}" dt="2026-03-06T04:48:47.748" v="15396" actId="27636"/>
          <ac:spMkLst>
            <pc:docMk/>
            <pc:sldMk cId="830283338" sldId="269"/>
            <ac:spMk id="3" creationId="{AAC3127D-FEA6-6BC3-D199-2B5FE8DF9D9B}"/>
          </ac:spMkLst>
        </pc:spChg>
      </pc:sldChg>
      <pc:sldChg chg="addSp delSp modSp new del mod">
        <pc:chgData name="SHIN HYUN KIL" userId="d5bffe1d-586f-4b28-9005-eb11788ec385" providerId="ADAL" clId="{28E738DF-29E1-46A8-86AB-86F3687E81D9}" dt="2026-03-06T03:12:16.512" v="10218" actId="47"/>
        <pc:sldMkLst>
          <pc:docMk/>
          <pc:sldMk cId="576282385" sldId="270"/>
        </pc:sldMkLst>
        <pc:spChg chg="del">
          <ac:chgData name="SHIN HYUN KIL" userId="d5bffe1d-586f-4b28-9005-eb11788ec385" providerId="ADAL" clId="{28E738DF-29E1-46A8-86AB-86F3687E81D9}" dt="2026-03-06T03:11:32.850" v="10207" actId="478"/>
          <ac:spMkLst>
            <pc:docMk/>
            <pc:sldMk cId="576282385" sldId="270"/>
            <ac:spMk id="2" creationId="{57D4D7A9-8577-143E-1F81-B229DDCF1960}"/>
          </ac:spMkLst>
        </pc:spChg>
        <pc:spChg chg="del">
          <ac:chgData name="SHIN HYUN KIL" userId="d5bffe1d-586f-4b28-9005-eb11788ec385" providerId="ADAL" clId="{28E738DF-29E1-46A8-86AB-86F3687E81D9}" dt="2026-03-06T03:11:32.850" v="10207" actId="478"/>
          <ac:spMkLst>
            <pc:docMk/>
            <pc:sldMk cId="576282385" sldId="270"/>
            <ac:spMk id="3" creationId="{3BFB7166-C7A5-1640-D2FB-439C3B9BBBFD}"/>
          </ac:spMkLst>
        </pc:spChg>
        <pc:picChg chg="add del mod">
          <ac:chgData name="SHIN HYUN KIL" userId="d5bffe1d-586f-4b28-9005-eb11788ec385" providerId="ADAL" clId="{28E738DF-29E1-46A8-86AB-86F3687E81D9}" dt="2026-03-06T03:11:47.684" v="10210" actId="21"/>
          <ac:picMkLst>
            <pc:docMk/>
            <pc:sldMk cId="576282385" sldId="270"/>
            <ac:picMk id="5" creationId="{235041C9-2E8A-69F5-3D75-D40D83A0AE44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6T04:06:17.574" v="11812" actId="14100"/>
        <pc:sldMkLst>
          <pc:docMk/>
          <pc:sldMk cId="2426103544" sldId="270"/>
        </pc:sldMkLst>
        <pc:spChg chg="del mod">
          <ac:chgData name="SHIN HYUN KIL" userId="d5bffe1d-586f-4b28-9005-eb11788ec385" providerId="ADAL" clId="{28E738DF-29E1-46A8-86AB-86F3687E81D9}" dt="2026-03-06T04:04:46.460" v="11719" actId="478"/>
          <ac:spMkLst>
            <pc:docMk/>
            <pc:sldMk cId="2426103544" sldId="270"/>
            <ac:spMk id="2" creationId="{2E9CCD4E-8DF2-FECB-FA64-4E46C1EEBA79}"/>
          </ac:spMkLst>
        </pc:spChg>
        <pc:spChg chg="del">
          <ac:chgData name="SHIN HYUN KIL" userId="d5bffe1d-586f-4b28-9005-eb11788ec385" providerId="ADAL" clId="{28E738DF-29E1-46A8-86AB-86F3687E81D9}" dt="2026-03-06T04:04:43.796" v="11718" actId="478"/>
          <ac:spMkLst>
            <pc:docMk/>
            <pc:sldMk cId="2426103544" sldId="270"/>
            <ac:spMk id="3" creationId="{F9CFD49E-6F06-EE0D-EC69-90D1E98DCFE5}"/>
          </ac:spMkLst>
        </pc:spChg>
        <pc:spChg chg="add del mod">
          <ac:chgData name="SHIN HYUN KIL" userId="d5bffe1d-586f-4b28-9005-eb11788ec385" providerId="ADAL" clId="{28E738DF-29E1-46A8-86AB-86F3687E81D9}" dt="2026-03-06T04:04:50.257" v="11721" actId="478"/>
          <ac:spMkLst>
            <pc:docMk/>
            <pc:sldMk cId="2426103544" sldId="270"/>
            <ac:spMk id="5" creationId="{C15BA6CC-F37C-3700-A2A3-3CB5DE74151D}"/>
          </ac:spMkLst>
        </pc:spChg>
        <pc:spChg chg="add mod">
          <ac:chgData name="SHIN HYUN KIL" userId="d5bffe1d-586f-4b28-9005-eb11788ec385" providerId="ADAL" clId="{28E738DF-29E1-46A8-86AB-86F3687E81D9}" dt="2026-03-06T04:06:17.574" v="11812" actId="14100"/>
          <ac:spMkLst>
            <pc:docMk/>
            <pc:sldMk cId="2426103544" sldId="270"/>
            <ac:spMk id="8" creationId="{2C233A4D-56C4-3F90-99AB-011B8BE7BD45}"/>
          </ac:spMkLst>
        </pc:spChg>
        <pc:picChg chg="add mod">
          <ac:chgData name="SHIN HYUN KIL" userId="d5bffe1d-586f-4b28-9005-eb11788ec385" providerId="ADAL" clId="{28E738DF-29E1-46A8-86AB-86F3687E81D9}" dt="2026-03-06T04:05:42.087" v="11725" actId="1076"/>
          <ac:picMkLst>
            <pc:docMk/>
            <pc:sldMk cId="2426103544" sldId="270"/>
            <ac:picMk id="7" creationId="{1A9AB067-B809-AE68-D395-BABC4E33EE3B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6T04:08:03.098" v="11877" actId="1076"/>
        <pc:sldMkLst>
          <pc:docMk/>
          <pc:sldMk cId="880041756" sldId="271"/>
        </pc:sldMkLst>
        <pc:spChg chg="del">
          <ac:chgData name="SHIN HYUN KIL" userId="d5bffe1d-586f-4b28-9005-eb11788ec385" providerId="ADAL" clId="{28E738DF-29E1-46A8-86AB-86F3687E81D9}" dt="2026-03-06T04:05:28.616" v="11723" actId="478"/>
          <ac:spMkLst>
            <pc:docMk/>
            <pc:sldMk cId="880041756" sldId="271"/>
            <ac:spMk id="2" creationId="{B0112096-9842-5006-AB50-DB96B0301250}"/>
          </ac:spMkLst>
        </pc:spChg>
        <pc:spChg chg="del">
          <ac:chgData name="SHIN HYUN KIL" userId="d5bffe1d-586f-4b28-9005-eb11788ec385" providerId="ADAL" clId="{28E738DF-29E1-46A8-86AB-86F3687E81D9}" dt="2026-03-06T04:05:28.616" v="11723" actId="478"/>
          <ac:spMkLst>
            <pc:docMk/>
            <pc:sldMk cId="880041756" sldId="271"/>
            <ac:spMk id="3" creationId="{985D2149-EF80-1666-9F37-A44FBAABD431}"/>
          </ac:spMkLst>
        </pc:spChg>
        <pc:spChg chg="add mod">
          <ac:chgData name="SHIN HYUN KIL" userId="d5bffe1d-586f-4b28-9005-eb11788ec385" providerId="ADAL" clId="{28E738DF-29E1-46A8-86AB-86F3687E81D9}" dt="2026-03-06T04:08:03.098" v="11877" actId="1076"/>
          <ac:spMkLst>
            <pc:docMk/>
            <pc:sldMk cId="880041756" sldId="271"/>
            <ac:spMk id="6" creationId="{A7F2C20B-7393-D863-A36B-84EDB89C5907}"/>
          </ac:spMkLst>
        </pc:spChg>
        <pc:picChg chg="add mod">
          <ac:chgData name="SHIN HYUN KIL" userId="d5bffe1d-586f-4b28-9005-eb11788ec385" providerId="ADAL" clId="{28E738DF-29E1-46A8-86AB-86F3687E81D9}" dt="2026-03-06T04:07:34.298" v="11874" actId="1076"/>
          <ac:picMkLst>
            <pc:docMk/>
            <pc:sldMk cId="880041756" sldId="271"/>
            <ac:picMk id="5" creationId="{7674CCA6-0102-CFD7-4196-E0A5D2BAADA1}"/>
          </ac:picMkLst>
        </pc:picChg>
      </pc:sldChg>
      <pc:sldChg chg="addSp delSp new mod">
        <pc:chgData name="SHIN HYUN KIL" userId="d5bffe1d-586f-4b28-9005-eb11788ec385" providerId="ADAL" clId="{28E738DF-29E1-46A8-86AB-86F3687E81D9}" dt="2026-03-06T04:08:38.526" v="11880" actId="22"/>
        <pc:sldMkLst>
          <pc:docMk/>
          <pc:sldMk cId="1347737938" sldId="272"/>
        </pc:sldMkLst>
        <pc:spChg chg="del">
          <ac:chgData name="SHIN HYUN KIL" userId="d5bffe1d-586f-4b28-9005-eb11788ec385" providerId="ADAL" clId="{28E738DF-29E1-46A8-86AB-86F3687E81D9}" dt="2026-03-06T04:08:38.179" v="11879" actId="478"/>
          <ac:spMkLst>
            <pc:docMk/>
            <pc:sldMk cId="1347737938" sldId="272"/>
            <ac:spMk id="2" creationId="{0E3857E6-908F-539F-E15D-64CDDD789827}"/>
          </ac:spMkLst>
        </pc:spChg>
        <pc:spChg chg="del">
          <ac:chgData name="SHIN HYUN KIL" userId="d5bffe1d-586f-4b28-9005-eb11788ec385" providerId="ADAL" clId="{28E738DF-29E1-46A8-86AB-86F3687E81D9}" dt="2026-03-06T04:08:38.179" v="11879" actId="478"/>
          <ac:spMkLst>
            <pc:docMk/>
            <pc:sldMk cId="1347737938" sldId="272"/>
            <ac:spMk id="3" creationId="{9B006BD7-41AF-15C9-DA30-532EEA1E8DA2}"/>
          </ac:spMkLst>
        </pc:spChg>
        <pc:picChg chg="add">
          <ac:chgData name="SHIN HYUN KIL" userId="d5bffe1d-586f-4b28-9005-eb11788ec385" providerId="ADAL" clId="{28E738DF-29E1-46A8-86AB-86F3687E81D9}" dt="2026-03-06T04:08:38.526" v="11880" actId="22"/>
          <ac:picMkLst>
            <pc:docMk/>
            <pc:sldMk cId="1347737938" sldId="272"/>
            <ac:picMk id="5" creationId="{18A3396D-7C84-2231-0783-C4843FB0F277}"/>
          </ac:picMkLst>
        </pc:picChg>
      </pc:sldChg>
      <pc:sldChg chg="addSp delSp new mod">
        <pc:chgData name="SHIN HYUN KIL" userId="d5bffe1d-586f-4b28-9005-eb11788ec385" providerId="ADAL" clId="{28E738DF-29E1-46A8-86AB-86F3687E81D9}" dt="2026-03-06T04:10:03.688" v="11883" actId="22"/>
        <pc:sldMkLst>
          <pc:docMk/>
          <pc:sldMk cId="4006016512" sldId="273"/>
        </pc:sldMkLst>
        <pc:spChg chg="del">
          <ac:chgData name="SHIN HYUN KIL" userId="d5bffe1d-586f-4b28-9005-eb11788ec385" providerId="ADAL" clId="{28E738DF-29E1-46A8-86AB-86F3687E81D9}" dt="2026-03-06T04:10:03.467" v="11882" actId="478"/>
          <ac:spMkLst>
            <pc:docMk/>
            <pc:sldMk cId="4006016512" sldId="273"/>
            <ac:spMk id="2" creationId="{5D539067-DBDE-E341-3643-7AD2A86F4167}"/>
          </ac:spMkLst>
        </pc:spChg>
        <pc:spChg chg="del">
          <ac:chgData name="SHIN HYUN KIL" userId="d5bffe1d-586f-4b28-9005-eb11788ec385" providerId="ADAL" clId="{28E738DF-29E1-46A8-86AB-86F3687E81D9}" dt="2026-03-06T04:10:03.467" v="11882" actId="478"/>
          <ac:spMkLst>
            <pc:docMk/>
            <pc:sldMk cId="4006016512" sldId="273"/>
            <ac:spMk id="3" creationId="{EF8C0C90-2E1E-C48C-077D-2375BF19E783}"/>
          </ac:spMkLst>
        </pc:spChg>
        <pc:picChg chg="add">
          <ac:chgData name="SHIN HYUN KIL" userId="d5bffe1d-586f-4b28-9005-eb11788ec385" providerId="ADAL" clId="{28E738DF-29E1-46A8-86AB-86F3687E81D9}" dt="2026-03-06T04:10:03.688" v="11883" actId="22"/>
          <ac:picMkLst>
            <pc:docMk/>
            <pc:sldMk cId="4006016512" sldId="273"/>
            <ac:picMk id="5" creationId="{37BE2E3F-A511-EE72-9B21-893D8580EC5E}"/>
          </ac:picMkLst>
        </pc:picChg>
      </pc:sldChg>
      <pc:sldChg chg="addSp delSp modSp new mod modClrScheme chgLayout">
        <pc:chgData name="SHIN HYUN KIL" userId="d5bffe1d-586f-4b28-9005-eb11788ec385" providerId="ADAL" clId="{28E738DF-29E1-46A8-86AB-86F3687E81D9}" dt="2026-03-06T04:35:44.538" v="12809" actId="14100"/>
        <pc:sldMkLst>
          <pc:docMk/>
          <pc:sldMk cId="2358193611" sldId="274"/>
        </pc:sldMkLst>
        <pc:spChg chg="del mod ord">
          <ac:chgData name="SHIN HYUN KIL" userId="d5bffe1d-586f-4b28-9005-eb11788ec385" providerId="ADAL" clId="{28E738DF-29E1-46A8-86AB-86F3687E81D9}" dt="2026-03-06T04:21:22.462" v="11885" actId="700"/>
          <ac:spMkLst>
            <pc:docMk/>
            <pc:sldMk cId="2358193611" sldId="274"/>
            <ac:spMk id="2" creationId="{ADCBB17A-0DA1-072C-152C-4A5E9D0300A5}"/>
          </ac:spMkLst>
        </pc:spChg>
        <pc:spChg chg="del mod ord">
          <ac:chgData name="SHIN HYUN KIL" userId="d5bffe1d-586f-4b28-9005-eb11788ec385" providerId="ADAL" clId="{28E738DF-29E1-46A8-86AB-86F3687E81D9}" dt="2026-03-06T04:21:22.462" v="11885" actId="700"/>
          <ac:spMkLst>
            <pc:docMk/>
            <pc:sldMk cId="2358193611" sldId="274"/>
            <ac:spMk id="3" creationId="{CFDEE417-8CFC-FCB2-B252-4DD99A7D2384}"/>
          </ac:spMkLst>
        </pc:spChg>
        <pc:spChg chg="add mod ord">
          <ac:chgData name="SHIN HYUN KIL" userId="d5bffe1d-586f-4b28-9005-eb11788ec385" providerId="ADAL" clId="{28E738DF-29E1-46A8-86AB-86F3687E81D9}" dt="2026-03-06T04:35:44.538" v="12809" actId="14100"/>
          <ac:spMkLst>
            <pc:docMk/>
            <pc:sldMk cId="2358193611" sldId="274"/>
            <ac:spMk id="4" creationId="{58D831DE-B41B-A857-C1E2-2C82E1216707}"/>
          </ac:spMkLst>
        </pc:spChg>
        <pc:spChg chg="add mod ord">
          <ac:chgData name="SHIN HYUN KIL" userId="d5bffe1d-586f-4b28-9005-eb11788ec385" providerId="ADAL" clId="{28E738DF-29E1-46A8-86AB-86F3687E81D9}" dt="2026-03-06T04:35:39.464" v="12807" actId="27636"/>
          <ac:spMkLst>
            <pc:docMk/>
            <pc:sldMk cId="2358193611" sldId="274"/>
            <ac:spMk id="5" creationId="{8060519B-ADC0-9CC1-91D4-470ACE9E43B7}"/>
          </ac:spMkLst>
        </pc:spChg>
      </pc:sldChg>
      <pc:sldChg chg="modSp new del mod">
        <pc:chgData name="SHIN HYUN KIL" userId="d5bffe1d-586f-4b28-9005-eb11788ec385" providerId="ADAL" clId="{28E738DF-29E1-46A8-86AB-86F3687E81D9}" dt="2026-03-06T04:45:00.601" v="15078" actId="47"/>
        <pc:sldMkLst>
          <pc:docMk/>
          <pc:sldMk cId="2815605725" sldId="275"/>
        </pc:sldMkLst>
        <pc:spChg chg="mod">
          <ac:chgData name="SHIN HYUN KIL" userId="d5bffe1d-586f-4b28-9005-eb11788ec385" providerId="ADAL" clId="{28E738DF-29E1-46A8-86AB-86F3687E81D9}" dt="2026-03-06T04:44:41.084" v="15077" actId="20577"/>
          <ac:spMkLst>
            <pc:docMk/>
            <pc:sldMk cId="2815605725" sldId="275"/>
            <ac:spMk id="2" creationId="{2221793A-0DF2-BDC8-9C62-B4A6E1D11E98}"/>
          </ac:spMkLst>
        </pc:spChg>
      </pc:sldChg>
      <pc:sldChg chg="modSp new mod">
        <pc:chgData name="SHIN HYUN KIL" userId="d5bffe1d-586f-4b28-9005-eb11788ec385" providerId="ADAL" clId="{28E738DF-29E1-46A8-86AB-86F3687E81D9}" dt="2026-03-06T04:52:29.954" v="16457" actId="20577"/>
        <pc:sldMkLst>
          <pc:docMk/>
          <pc:sldMk cId="4181533665" sldId="275"/>
        </pc:sldMkLst>
        <pc:spChg chg="mod">
          <ac:chgData name="SHIN HYUN KIL" userId="d5bffe1d-586f-4b28-9005-eb11788ec385" providerId="ADAL" clId="{28E738DF-29E1-46A8-86AB-86F3687E81D9}" dt="2026-03-06T04:48:55.831" v="15415" actId="20577"/>
          <ac:spMkLst>
            <pc:docMk/>
            <pc:sldMk cId="4181533665" sldId="275"/>
            <ac:spMk id="2" creationId="{9021AC8C-EEE0-9712-C118-28329FA7CFB0}"/>
          </ac:spMkLst>
        </pc:spChg>
        <pc:spChg chg="mod">
          <ac:chgData name="SHIN HYUN KIL" userId="d5bffe1d-586f-4b28-9005-eb11788ec385" providerId="ADAL" clId="{28E738DF-29E1-46A8-86AB-86F3687E81D9}" dt="2026-03-06T04:52:29.954" v="16457" actId="20577"/>
          <ac:spMkLst>
            <pc:docMk/>
            <pc:sldMk cId="4181533665" sldId="275"/>
            <ac:spMk id="3" creationId="{F2FD55BE-9E22-B80E-0551-FD07B818063B}"/>
          </ac:spMkLst>
        </pc:spChg>
      </pc:sldChg>
    </pc:docChg>
  </pc:docChgLst>
  <pc:docChgLst>
    <pc:chgData name="SHIN HYUN KIL" userId="d5bffe1d-586f-4b28-9005-eb11788ec385" providerId="ADAL" clId="{3665BCF3-C95B-468B-BA8F-EB5FF223A933}"/>
    <pc:docChg chg="custSel addSld delSld modSld">
      <pc:chgData name="SHIN HYUN KIL" userId="d5bffe1d-586f-4b28-9005-eb11788ec385" providerId="ADAL" clId="{3665BCF3-C95B-468B-BA8F-EB5FF223A933}" dt="2026-03-05T00:29:20.905" v="6" actId="47"/>
      <pc:docMkLst>
        <pc:docMk/>
      </pc:docMkLst>
      <pc:sldChg chg="new del">
        <pc:chgData name="SHIN HYUN KIL" userId="d5bffe1d-586f-4b28-9005-eb11788ec385" providerId="ADAL" clId="{3665BCF3-C95B-468B-BA8F-EB5FF223A933}" dt="2026-03-05T00:29:20.905" v="6" actId="47"/>
        <pc:sldMkLst>
          <pc:docMk/>
          <pc:sldMk cId="809331711" sldId="256"/>
        </pc:sldMkLst>
      </pc:sldChg>
      <pc:sldChg chg="addSp delSp modSp new mod">
        <pc:chgData name="SHIN HYUN KIL" userId="d5bffe1d-586f-4b28-9005-eb11788ec385" providerId="ADAL" clId="{3665BCF3-C95B-468B-BA8F-EB5FF223A933}" dt="2026-03-05T00:29:09.909" v="4" actId="478"/>
        <pc:sldMkLst>
          <pc:docMk/>
          <pc:sldMk cId="2415116824" sldId="257"/>
        </pc:sldMkLst>
        <pc:spChg chg="del">
          <ac:chgData name="SHIN HYUN KIL" userId="d5bffe1d-586f-4b28-9005-eb11788ec385" providerId="ADAL" clId="{3665BCF3-C95B-468B-BA8F-EB5FF223A933}" dt="2026-03-05T00:29:09.188" v="3" actId="478"/>
          <ac:spMkLst>
            <pc:docMk/>
            <pc:sldMk cId="2415116824" sldId="257"/>
            <ac:spMk id="2" creationId="{70089636-020F-22AA-2912-31BC7D2F0059}"/>
          </ac:spMkLst>
        </pc:spChg>
        <pc:spChg chg="del">
          <ac:chgData name="SHIN HYUN KIL" userId="d5bffe1d-586f-4b28-9005-eb11788ec385" providerId="ADAL" clId="{3665BCF3-C95B-468B-BA8F-EB5FF223A933}" dt="2026-03-05T00:29:09.909" v="4" actId="478"/>
          <ac:spMkLst>
            <pc:docMk/>
            <pc:sldMk cId="2415116824" sldId="257"/>
            <ac:spMk id="3" creationId="{B8A5294D-845F-4883-F5F4-923AAF931ED4}"/>
          </ac:spMkLst>
        </pc:spChg>
        <pc:picChg chg="add mod">
          <ac:chgData name="SHIN HYUN KIL" userId="d5bffe1d-586f-4b28-9005-eb11788ec385" providerId="ADAL" clId="{3665BCF3-C95B-468B-BA8F-EB5FF223A933}" dt="2026-03-05T00:29:06.833" v="2"/>
          <ac:picMkLst>
            <pc:docMk/>
            <pc:sldMk cId="2415116824" sldId="257"/>
            <ac:picMk id="1026" creationId="{F1638007-56DB-B8AF-812B-26B51E9866C3}"/>
          </ac:picMkLst>
        </pc:picChg>
      </pc:sldChg>
      <pc:sldChg chg="add">
        <pc:chgData name="SHIN HYUN KIL" userId="d5bffe1d-586f-4b28-9005-eb11788ec385" providerId="ADAL" clId="{3665BCF3-C95B-468B-BA8F-EB5FF223A933}" dt="2026-03-05T00:29:19.098" v="5"/>
        <pc:sldMkLst>
          <pc:docMk/>
          <pc:sldMk cId="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85C31-F9EF-4185-AE76-FF1BC0725007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682F3-96DA-4039-B33B-A3F709B3D4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409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75D35E-BCAC-19DD-1D4E-E7FB38C88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9A53D4-A30C-AB4A-881C-ECC7A3F45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4CB9D-7150-3658-9F0D-C406B57D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32E06-2A47-D9F6-BD5C-30877A76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4AC0CF-954A-4CFF-11C9-2F37F83E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59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25E36-1076-AA68-8CA4-97D64378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EDC22-7A1D-036E-E94C-46E080A80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D9C05-428D-E98F-6CCF-04110384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03EC-3091-E952-DE0E-ED7E2C09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9C260D-DEF5-29CC-D4DA-F34C40EB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44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38179-70A9-52A6-D99C-33D595D8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830F4D-496B-2BA3-131D-4D0FC799C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B3BE7E-C0A2-1DBC-4DB2-4181E992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24CAC3-F0D9-564B-666A-C09FBAD3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CA0FE1-F2CF-2BB4-90C0-30083A8D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01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4BD226-89BE-FE5C-609C-F5667369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9A000F-9DC8-BF84-4CE9-31E765ACC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F6F2D8-5E52-FC2C-E6A9-9311A124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9E3245-F44B-781C-53C0-3C918AAA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768BD-0CE5-FA1F-5B45-63FABEDE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9CE26D-9556-720E-FFD0-699AB7BF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805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E5B90-5390-3A8A-8B14-34E1E8246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7BF2AF-C1EC-A2C3-A9FA-4FD23DB97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034AD1-9188-1805-61A5-C409652F1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BE093E-A312-0B02-81FA-EE61B6CD4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B4CC9A-2771-ACAC-5E8A-C5B38CAEE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4FE320-B3CC-492A-B7C8-242D96035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E0A2FA-3B9A-F97C-EB0A-A3ADC9F4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1A0DB4-B48C-02A7-8775-F26F2768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5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452A1-BC1C-A655-8996-D54E1BF2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D1A19E-3C12-DE4B-F972-424C4621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492292-3849-D04A-FD40-C5A629A0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07E86C-DC19-36E2-185F-E2A732A9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1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7042A5-A3EC-0FA9-191F-A5123627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2CC08A-E443-1AC9-F479-64798128F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21C059-B499-0251-81C2-F91246CC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987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C1037-46E5-4DA6-6BC0-D3E2E7585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9990D4-9994-341F-0BF5-70D8A8AD9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3DF50F-B4BE-08EA-03D3-2231DBAEB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F090A-4EA9-E9E7-D628-59C7E0DF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4A351D-6CC0-5E31-8D63-634A1FE9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6D9359-E8BE-7E48-38DA-685539033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09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5B702-45CB-1F00-A931-A335503C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B38DF0-D93E-DF47-2CE4-F671033D7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671E75-47E8-BBB9-1766-50F01827B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A15D04-C8CA-082C-1C1B-5938C671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8D6AEC-C84A-30BF-3DC9-7B73356C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C792FE-634B-EFAF-9316-4BB45E2D8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98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C2E7E-2258-43BA-BEB4-5D143F3C1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A347A7-15C1-8097-4EB0-2C0522F3B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B465AB-CD8A-8200-E5F3-01D893540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356CFE-35C3-6730-B563-F76F2C4E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5C2D34-7D82-13A1-07AE-438D0801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066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8F7481-EB04-6549-E62C-BDDC2E3C6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021C74-269D-9943-9D8C-BBC0E2039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397CF-E798-E646-2563-F1113154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FAA149-A83E-B2E4-F7F2-582ED68E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9E9062-F33C-32C8-BD0B-ADE6F14B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82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F42BB4-FF8E-512A-CF99-11670930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A9BC9E-852F-5101-46AF-DBF3B7CF9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90EC63-5303-B5A7-798A-5F635BFB2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6A6DE0-713D-49B9-B53B-5AAD0F7A23A1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0628FD-F98B-3090-46B9-43E9371EC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91005C-74D3-28D2-1F64-96E141354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61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603333" y="0"/>
            <a:ext cx="7173200" cy="37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ko" altLang="en-US" sz="6107"/>
              <a:t>기계학습</a:t>
            </a:r>
            <a:endParaRPr sz="6107"/>
          </a:p>
          <a:p>
            <a:pPr>
              <a:spcBef>
                <a:spcPts val="0"/>
              </a:spcBef>
              <a:buSzPts val="990"/>
            </a:pPr>
            <a:r>
              <a:rPr lang="en-US" altLang="ko" sz="6107"/>
              <a:t>(Machine learning)</a:t>
            </a:r>
            <a:endParaRPr sz="6107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603200" y="3778833"/>
            <a:ext cx="7173200" cy="307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ko"/>
              <a:t>AI 신약학과</a:t>
            </a:r>
            <a:endParaRPr/>
          </a:p>
          <a:p>
            <a:pPr>
              <a:spcBef>
                <a:spcPts val="0"/>
              </a:spcBef>
            </a:pPr>
            <a:endParaRPr/>
          </a:p>
          <a:p>
            <a:pPr>
              <a:spcBef>
                <a:spcPts val="0"/>
              </a:spcBef>
            </a:pPr>
            <a:r>
              <a:rPr lang="ko"/>
              <a:t>신현길</a:t>
            </a:r>
            <a:endParaRPr/>
          </a:p>
        </p:txBody>
      </p:sp>
      <p:pic>
        <p:nvPicPr>
          <p:cNvPr id="56" name="Google Shape;56;p13" title="machine_learning_model_toxicity_predic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45" y="1"/>
            <a:ext cx="460331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이미지에 alt 속성이 없음">
            <a:extLst>
              <a:ext uri="{FF2B5EF4-FFF2-40B4-BE49-F238E27FC236}">
                <a16:creationId xmlns:a16="http://schemas.microsoft.com/office/drawing/2014/main" id="{F1638007-56DB-B8AF-812B-26B51E986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281" y="0"/>
            <a:ext cx="6167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116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EB595-72EE-3013-200D-ADF05B2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혼돈의 데이터 정리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EEDCB63A-3DE6-317C-9004-3580AEADA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90201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교수가 뭐 하라는데</a:t>
            </a:r>
            <a:r>
              <a:rPr lang="en-US" altLang="ko-KR" dirty="0"/>
              <a:t>, </a:t>
            </a:r>
            <a:r>
              <a:rPr lang="ko-KR" altLang="en-US" dirty="0"/>
              <a:t>뭐 하라는 건지 모르겠음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목적이 불분명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A, B, C</a:t>
            </a:r>
            <a:r>
              <a:rPr lang="ko-KR" altLang="en-US" dirty="0"/>
              <a:t>를 하세요</a:t>
            </a:r>
            <a:r>
              <a:rPr lang="en-US" altLang="ko-KR" dirty="0"/>
              <a:t>. (</a:t>
            </a:r>
            <a:r>
              <a:rPr lang="ko-KR" altLang="en-US" dirty="0"/>
              <a:t>왜 하는지</a:t>
            </a:r>
            <a:r>
              <a:rPr lang="en-US" altLang="ko-KR" dirty="0"/>
              <a:t> </a:t>
            </a:r>
            <a:r>
              <a:rPr lang="ko-KR" altLang="en-US" dirty="0"/>
              <a:t>설명이 부족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낯선 형태의 데이터를 다루는 데서 오는 혼돈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효율적 학습을 위해 낯선 환경에 적응하는 시간도 필요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원래 현업에서 데이터를 정리하는 방식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데이터를 생산한 사람과 상당 기간 논의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수개월</a:t>
            </a:r>
            <a:r>
              <a:rPr lang="en-US" altLang="ko-KR" dirty="0"/>
              <a:t>~)</a:t>
            </a:r>
            <a:endParaRPr lang="ko-KR" altLang="en-US" dirty="0"/>
          </a:p>
        </p:txBody>
      </p:sp>
      <p:pic>
        <p:nvPicPr>
          <p:cNvPr id="12" name="내용 개체 틀 8">
            <a:extLst>
              <a:ext uri="{FF2B5EF4-FFF2-40B4-BE49-F238E27FC236}">
                <a16:creationId xmlns:a16="http://schemas.microsoft.com/office/drawing/2014/main" id="{926657E2-35FA-D03D-6BF9-C0721915A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401" y="1477554"/>
            <a:ext cx="3388034" cy="504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C65AF-D518-2CC6-26EF-301F2E03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 수업 시간에 진행하는 기계학습 모델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4235ACC-0219-EF7A-F797-F23B7A0F7B50}"/>
              </a:ext>
            </a:extLst>
          </p:cNvPr>
          <p:cNvSpPr/>
          <p:nvPr/>
        </p:nvSpPr>
        <p:spPr>
          <a:xfrm>
            <a:off x="4418578" y="2454765"/>
            <a:ext cx="2203151" cy="11414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0525D-8F3F-D5FA-9D3C-BF612249E9AC}"/>
              </a:ext>
            </a:extLst>
          </p:cNvPr>
          <p:cNvSpPr txBox="1"/>
          <p:nvPr/>
        </p:nvSpPr>
        <p:spPr>
          <a:xfrm>
            <a:off x="2217670" y="2702332"/>
            <a:ext cx="1189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분자 구조</a:t>
            </a:r>
            <a:endParaRPr lang="en-US" altLang="ko-KR" dirty="0"/>
          </a:p>
          <a:p>
            <a:pPr algn="ctr"/>
            <a:r>
              <a:rPr lang="en-US" altLang="ko-KR" dirty="0"/>
              <a:t>(smiles)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68D25-72D4-0070-3625-2715AAFA8999}"/>
              </a:ext>
            </a:extLst>
          </p:cNvPr>
          <p:cNvSpPr txBox="1"/>
          <p:nvPr/>
        </p:nvSpPr>
        <p:spPr>
          <a:xfrm>
            <a:off x="7455708" y="2415711"/>
            <a:ext cx="3140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Positive reaction</a:t>
            </a:r>
          </a:p>
          <a:p>
            <a:pPr algn="ctr"/>
            <a:r>
              <a:rPr lang="en-US" altLang="ko-KR" dirty="0"/>
              <a:t>(??? %)</a:t>
            </a:r>
          </a:p>
          <a:p>
            <a:pPr algn="ctr"/>
            <a:r>
              <a:rPr lang="en-US" altLang="ko-KR" dirty="0"/>
              <a:t>Chemical, Human</a:t>
            </a:r>
          </a:p>
          <a:p>
            <a:pPr algn="ctr"/>
            <a:r>
              <a:rPr lang="en-US" altLang="ko-KR" dirty="0"/>
              <a:t>Four-hour human patch test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E655441-563A-919A-6409-A144D09DA5A4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3407419" y="3025498"/>
            <a:ext cx="10111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4D04D94-8342-605D-E076-ACE668CD6D95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6621729" y="3015876"/>
            <a:ext cx="833979" cy="9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0D6C14-C043-F95F-2674-DF7AFF84488B}"/>
              </a:ext>
            </a:extLst>
          </p:cNvPr>
          <p:cNvSpPr txBox="1"/>
          <p:nvPr/>
        </p:nvSpPr>
        <p:spPr>
          <a:xfrm>
            <a:off x="2489378" y="1749561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입력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BD7C11-94CA-0BA6-5553-AF6342C0315C}"/>
              </a:ext>
            </a:extLst>
          </p:cNvPr>
          <p:cNvSpPr txBox="1"/>
          <p:nvPr/>
        </p:nvSpPr>
        <p:spPr>
          <a:xfrm>
            <a:off x="8702812" y="174956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출력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CBEC493-5146-BF5D-2FAC-516821D79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966489"/>
              </p:ext>
            </p:extLst>
          </p:nvPr>
        </p:nvGraphicFramePr>
        <p:xfrm>
          <a:off x="1161420" y="4775079"/>
          <a:ext cx="8717465" cy="178271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60227">
                  <a:extLst>
                    <a:ext uri="{9D8B030D-6E8A-4147-A177-3AD203B41FA5}">
                      <a16:colId xmlns:a16="http://schemas.microsoft.com/office/drawing/2014/main" val="1816185243"/>
                    </a:ext>
                  </a:extLst>
                </a:gridCol>
                <a:gridCol w="1386410">
                  <a:extLst>
                    <a:ext uri="{9D8B030D-6E8A-4147-A177-3AD203B41FA5}">
                      <a16:colId xmlns:a16="http://schemas.microsoft.com/office/drawing/2014/main" val="2502666708"/>
                    </a:ext>
                  </a:extLst>
                </a:gridCol>
                <a:gridCol w="829833">
                  <a:extLst>
                    <a:ext uri="{9D8B030D-6E8A-4147-A177-3AD203B41FA5}">
                      <a16:colId xmlns:a16="http://schemas.microsoft.com/office/drawing/2014/main" val="266089260"/>
                    </a:ext>
                  </a:extLst>
                </a:gridCol>
                <a:gridCol w="1240995">
                  <a:extLst>
                    <a:ext uri="{9D8B030D-6E8A-4147-A177-3AD203B41FA5}">
                      <a16:colId xmlns:a16="http://schemas.microsoft.com/office/drawing/2014/main" val="631670976"/>
                    </a:ext>
                  </a:extLst>
                </a:gridCol>
              </a:tblGrid>
              <a:tr h="370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SMILES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Endpoint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Response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Response_Unit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788012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[H]OCCO |lp:1:2,4:2,Sg:n:1,2,3::ht|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Positive reaction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682777219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[Na+].[Na+].[Na+].[Na+].OO.OO.OO.[O-]C([O-])=O.[O-]C([O-])=O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Positive reaction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3.8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1533363365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[Na+].[Na+].[O-]C([O-])=O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Positive reaction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%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1179492314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[Na+].[Na+].OC(=O)CN(CCN(CC(O)=O)CC([O-])=O)CC([O-])=O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Positive reaction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%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1641813075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[Na+].[O-][B](=O)=O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Positive reaction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3.9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2179521272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[Na+].CCCCCCCCCCCCOS([O-])(=O)=O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Positive reaction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83.1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1926219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CDCB254-34C6-9300-E5A3-46832C31E8B8}"/>
              </a:ext>
            </a:extLst>
          </p:cNvPr>
          <p:cNvSpPr txBox="1"/>
          <p:nvPr/>
        </p:nvSpPr>
        <p:spPr>
          <a:xfrm>
            <a:off x="3407419" y="4175641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600D31-17CB-1B31-1967-3E59C39326B1}"/>
              </a:ext>
            </a:extLst>
          </p:cNvPr>
          <p:cNvSpPr txBox="1"/>
          <p:nvPr/>
        </p:nvSpPr>
        <p:spPr>
          <a:xfrm>
            <a:off x="8241521" y="4175641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출력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A11AB0-4965-1B41-AF7F-2B05D7757543}"/>
              </a:ext>
            </a:extLst>
          </p:cNvPr>
          <p:cNvSpPr txBox="1"/>
          <p:nvPr/>
        </p:nvSpPr>
        <p:spPr>
          <a:xfrm>
            <a:off x="206799" y="4037141"/>
            <a:ext cx="2656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데이터에서 모델 개발에</a:t>
            </a:r>
            <a:endParaRPr lang="en-US" altLang="ko-KR" b="1" dirty="0"/>
          </a:p>
          <a:p>
            <a:pPr algn="ctr"/>
            <a:r>
              <a:rPr lang="ko-KR" altLang="en-US" b="1" dirty="0"/>
              <a:t>필요한 컬럼</a:t>
            </a:r>
          </a:p>
        </p:txBody>
      </p:sp>
    </p:spTree>
    <p:extLst>
      <p:ext uri="{BB962C8B-B14F-4D97-AF65-F5344CB8AC3E}">
        <p14:creationId xmlns:p14="http://schemas.microsoft.com/office/powerpoint/2010/main" val="3827503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A0143-8FE9-CEE0-77AE-12E068F9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어떤 데이터를 피해야 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9077B-BF61-BF52-7535-0332D0FDE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40645"/>
            <a:ext cx="10515600" cy="263631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동일한 물질인데</a:t>
            </a:r>
            <a:r>
              <a:rPr lang="en-US" altLang="ko-KR" dirty="0"/>
              <a:t> </a:t>
            </a:r>
            <a:r>
              <a:rPr lang="ko-KR" altLang="en-US" dirty="0"/>
              <a:t>실험값이 다르게 기재되어 있는 경우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동일한 물질</a:t>
            </a:r>
            <a:r>
              <a:rPr lang="en-US" altLang="ko-KR" dirty="0"/>
              <a:t>: chemical name, CASRN, DTXSID, smiles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서로 다른 조건에서 실험이 진행된 경우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Human, rabbit / Chemical, mixture</a:t>
            </a:r>
            <a:endParaRPr lang="ko-KR" altLang="en-US" dirty="0"/>
          </a:p>
        </p:txBody>
      </p:sp>
      <p:pic>
        <p:nvPicPr>
          <p:cNvPr id="4" name="Picture 2" descr="이미지에 alt 속성이 없음">
            <a:extLst>
              <a:ext uri="{FF2B5EF4-FFF2-40B4-BE49-F238E27FC236}">
                <a16:creationId xmlns:a16="http://schemas.microsoft.com/office/drawing/2014/main" id="{14DB29FE-E13D-83BE-B532-FA242A4C26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80" b="76960"/>
          <a:stretch>
            <a:fillRect/>
          </a:stretch>
        </p:blipFill>
        <p:spPr bwMode="auto">
          <a:xfrm>
            <a:off x="3643827" y="1825625"/>
            <a:ext cx="4904346" cy="158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05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5ADD97F-4E17-64B7-AF52-B83370FC4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359" y="0"/>
            <a:ext cx="7709227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D419BD8-2653-51E1-AE41-BE2BB32D1F51}"/>
              </a:ext>
            </a:extLst>
          </p:cNvPr>
          <p:cNvCxnSpPr/>
          <p:nvPr/>
        </p:nvCxnSpPr>
        <p:spPr>
          <a:xfrm>
            <a:off x="6836521" y="1552639"/>
            <a:ext cx="40319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47CEA74-9BFE-1D90-4C5C-2F83FC065450}"/>
              </a:ext>
            </a:extLst>
          </p:cNvPr>
          <p:cNvCxnSpPr>
            <a:cxnSpLocks/>
          </p:cNvCxnSpPr>
          <p:nvPr/>
        </p:nvCxnSpPr>
        <p:spPr>
          <a:xfrm>
            <a:off x="6462169" y="4859412"/>
            <a:ext cx="20681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제목 1">
            <a:extLst>
              <a:ext uri="{FF2B5EF4-FFF2-40B4-BE49-F238E27FC236}">
                <a16:creationId xmlns:a16="http://schemas.microsoft.com/office/drawing/2014/main" id="{59D9AF99-A51F-1CF6-E01C-34FBFDDE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66" y="365125"/>
            <a:ext cx="4254293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Clean data</a:t>
            </a:r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0264C84F-FDA2-19E1-7B0C-2F31F2493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66" y="1626282"/>
            <a:ext cx="4535178" cy="50322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 분석을 하는 이유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데이터는 늘 부족하다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데이터가 많아 보여도 정리하면 많이 제거됨 </a:t>
            </a:r>
            <a:r>
              <a:rPr lang="en-US" altLang="ko-KR" dirty="0"/>
              <a:t>(</a:t>
            </a:r>
            <a:r>
              <a:rPr lang="ko-KR" altLang="en-US" dirty="0"/>
              <a:t>데이터 내 동일 물질이 여러 번 기재되어 있음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데이터를 살펴보는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조건이 다르지만</a:t>
            </a:r>
            <a:r>
              <a:rPr lang="en-US" altLang="ko-KR" dirty="0"/>
              <a:t> </a:t>
            </a:r>
            <a:r>
              <a:rPr lang="ko-KR" altLang="en-US" dirty="0"/>
              <a:t>함께 사용할 수 있는 데이터 탐색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퀄리티에 대한 약간의 타협을 통해 추가 데이터 확보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어디까지 양보를 할 수 있을까</a:t>
            </a:r>
            <a:r>
              <a:rPr lang="en-US" altLang="ko-KR" dirty="0"/>
              <a:t>?)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067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44FC2-196E-F474-F2E3-BF0431DE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활용 측면에서 가치 있는 데이터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A62C9-3B87-F083-52C0-733347E9E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9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AI</a:t>
            </a:r>
            <a:r>
              <a:rPr lang="ko-KR" altLang="en-US" dirty="0"/>
              <a:t>신약에서 기계학습 모델을 개발하는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사람에게 안전한 물질을 찾아내는 것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사람에게 시험하기 전 동물 시험을 통해 인체유해성 확인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동물 시험 전 세포 실험을 통해 후보물질 도출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사람 </a:t>
            </a:r>
            <a:r>
              <a:rPr lang="en-US" altLang="ko-KR" dirty="0"/>
              <a:t>&gt; </a:t>
            </a:r>
            <a:r>
              <a:rPr lang="ko-KR" altLang="en-US" dirty="0"/>
              <a:t>동물 </a:t>
            </a:r>
            <a:r>
              <a:rPr lang="en-US" altLang="ko-KR" dirty="0"/>
              <a:t>&gt; </a:t>
            </a:r>
            <a:r>
              <a:rPr lang="ko-KR" altLang="en-US" dirty="0"/>
              <a:t>세포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데이터 양이 많다 </a:t>
            </a:r>
            <a:r>
              <a:rPr lang="en-US" altLang="ko-KR" dirty="0"/>
              <a:t>= </a:t>
            </a:r>
            <a:r>
              <a:rPr lang="ko-KR" altLang="en-US" dirty="0"/>
              <a:t>생산하기 쉽다 </a:t>
            </a:r>
            <a:r>
              <a:rPr lang="en-US" altLang="ko-KR" dirty="0"/>
              <a:t>(</a:t>
            </a:r>
            <a:r>
              <a:rPr lang="ko-KR" altLang="en-US" dirty="0"/>
              <a:t>세포 </a:t>
            </a:r>
            <a:r>
              <a:rPr lang="en-US" altLang="ko-KR" dirty="0"/>
              <a:t>&gt; </a:t>
            </a:r>
            <a:r>
              <a:rPr lang="ko-KR" altLang="en-US" dirty="0"/>
              <a:t>동물 </a:t>
            </a:r>
            <a:r>
              <a:rPr lang="en-US" altLang="ko-KR" dirty="0"/>
              <a:t>&gt; </a:t>
            </a:r>
            <a:r>
              <a:rPr lang="ko-KR" altLang="en-US" dirty="0"/>
              <a:t>사람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생산이 쉽다 </a:t>
            </a:r>
            <a:r>
              <a:rPr lang="en-US" altLang="ko-KR" dirty="0"/>
              <a:t>= </a:t>
            </a:r>
            <a:r>
              <a:rPr lang="ko-KR" altLang="en-US" dirty="0"/>
              <a:t>데이터 생산 비용이 저렴하다</a:t>
            </a:r>
          </a:p>
        </p:txBody>
      </p:sp>
    </p:spTree>
    <p:extLst>
      <p:ext uri="{BB962C8B-B14F-4D97-AF65-F5344CB8AC3E}">
        <p14:creationId xmlns:p14="http://schemas.microsoft.com/office/powerpoint/2010/main" val="332151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A27CA-C9F3-66F6-05AF-5F09AA92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데이터는 얼마나 필요할까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43D09-5EDA-2116-8DF7-A540CEB7D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224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데이터는 많을수록 좋다</a:t>
            </a:r>
            <a:r>
              <a:rPr lang="en-US" altLang="ko-KR" dirty="0"/>
              <a:t>? (</a:t>
            </a:r>
            <a:r>
              <a:rPr lang="ko-KR" altLang="en-US" b="1" dirty="0"/>
              <a:t>양질</a:t>
            </a:r>
            <a:r>
              <a:rPr lang="ko-KR" altLang="en-US" dirty="0"/>
              <a:t>의 데이터가 많을수록 좋다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양질의 데이터는 메타데이터가 꼼꼼하게 기록되어 있음 </a:t>
            </a:r>
            <a:r>
              <a:rPr lang="en-US" altLang="ko-KR" dirty="0"/>
              <a:t>(</a:t>
            </a:r>
            <a:r>
              <a:rPr lang="ko-KR" altLang="en-US" dirty="0"/>
              <a:t>데이터가 생산된 조건이 정확하게 기재되어 있어 신뢰할 수 있음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기준은 없지만</a:t>
            </a:r>
            <a:r>
              <a:rPr lang="en-US" altLang="ko-KR" dirty="0"/>
              <a:t>…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최소 </a:t>
            </a:r>
            <a:r>
              <a:rPr lang="en-US" altLang="ko-KR" dirty="0"/>
              <a:t>30</a:t>
            </a:r>
            <a:r>
              <a:rPr lang="ko-KR" altLang="en-US" dirty="0"/>
              <a:t>개라고 교육하는 곳이 있긴 합니다만</a:t>
            </a:r>
            <a:r>
              <a:rPr lang="en-US" altLang="ko-KR" dirty="0"/>
              <a:t>…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20</a:t>
            </a:r>
            <a:r>
              <a:rPr lang="ko-KR" altLang="en-US" dirty="0"/>
              <a:t>개로 예측 모델을 개발한 사례도 있음 </a:t>
            </a:r>
            <a:r>
              <a:rPr lang="en-US" altLang="ko-KR" dirty="0"/>
              <a:t>(</a:t>
            </a:r>
            <a:r>
              <a:rPr lang="ko-KR" altLang="en-US" dirty="0"/>
              <a:t>나노 물질</a:t>
            </a:r>
            <a:r>
              <a:rPr lang="en-US" altLang="ko-KR" dirty="0"/>
              <a:t>, </a:t>
            </a:r>
            <a:r>
              <a:rPr lang="ko-KR" altLang="en-US" dirty="0"/>
              <a:t>물질 합성 비용이 너무 높아서 다수의 실험이 어려운 경우</a:t>
            </a:r>
            <a:r>
              <a:rPr lang="en-US" altLang="ko-KR" dirty="0"/>
              <a:t>. </a:t>
            </a:r>
            <a:r>
              <a:rPr lang="ko-KR" altLang="en-US" dirty="0"/>
              <a:t>미미한 실험 조건 차이가 실험 결과에 지대한 영향을 미치는 경우</a:t>
            </a:r>
            <a:r>
              <a:rPr lang="en-US" altLang="ko-KR" dirty="0"/>
              <a:t>.)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회귀 모델인 경우 실험값 분포를 확인할 것 </a:t>
            </a:r>
            <a:r>
              <a:rPr lang="en-US" altLang="ko-KR" dirty="0"/>
              <a:t>(</a:t>
            </a:r>
            <a:r>
              <a:rPr lang="ko-KR" altLang="en-US" dirty="0"/>
              <a:t>정규분포모양</a:t>
            </a:r>
            <a:r>
              <a:rPr lang="en-US" altLang="ko-KR" dirty="0"/>
              <a:t>, bell shape)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분류 모델인 경우 라벨 균형을 확인할 것 </a:t>
            </a:r>
            <a:r>
              <a:rPr lang="en-US" altLang="ko-KR" dirty="0"/>
              <a:t>(True/False</a:t>
            </a:r>
            <a:r>
              <a:rPr lang="ko-KR" altLang="en-US" dirty="0"/>
              <a:t> 비율이 </a:t>
            </a:r>
            <a:r>
              <a:rPr lang="en-US" altLang="ko-KR" dirty="0"/>
              <a:t>1:1</a:t>
            </a:r>
            <a:r>
              <a:rPr lang="ko-KR" altLang="en-US" dirty="0"/>
              <a:t>과 유사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346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1FA21C97-802D-09E6-C71F-38EC9E21A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986" y="0"/>
            <a:ext cx="4603315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E22905C-BB90-DC93-7C92-49706AC2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52104" cy="1325563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어떤 데이터를 피해야 하는지 언제 알게 될까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  <p:pic>
        <p:nvPicPr>
          <p:cNvPr id="11" name="Picture 2" descr="이미지에 alt 속성이 없음">
            <a:extLst>
              <a:ext uri="{FF2B5EF4-FFF2-40B4-BE49-F238E27FC236}">
                <a16:creationId xmlns:a16="http://schemas.microsoft.com/office/drawing/2014/main" id="{683E3970-71D7-4A9F-8FC3-C92CA7A8A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80" b="76960"/>
          <a:stretch>
            <a:fillRect/>
          </a:stretch>
        </p:blipFill>
        <p:spPr bwMode="auto">
          <a:xfrm>
            <a:off x="1587961" y="1690688"/>
            <a:ext cx="4904346" cy="158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A608E14-EDB9-E538-933C-21574B70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21" y="3540646"/>
            <a:ext cx="6813499" cy="317313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모델 개발 경험이 없다면</a:t>
            </a:r>
            <a:r>
              <a:rPr lang="en-US" altLang="ko-KR" dirty="0"/>
              <a:t>, </a:t>
            </a:r>
            <a:r>
              <a:rPr lang="ko-KR" altLang="en-US" dirty="0"/>
              <a:t>모델 개발 전 데이터 퀄리티 판단 불가</a:t>
            </a:r>
            <a:r>
              <a:rPr lang="en-US" altLang="ko-KR" dirty="0"/>
              <a:t>. (</a:t>
            </a:r>
            <a:r>
              <a:rPr lang="ko-KR" altLang="en-US" dirty="0"/>
              <a:t>데이터 수집한 사람도 모름</a:t>
            </a:r>
            <a:r>
              <a:rPr lang="en-US" altLang="ko-KR" dirty="0"/>
              <a:t>…)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어마어마한 데이터가 있다고 협력 연구를 제안했는데</a:t>
            </a:r>
            <a:r>
              <a:rPr lang="en-US" altLang="ko-KR" dirty="0"/>
              <a:t>…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이미 프로젝트는 수개월간 진행했는데</a:t>
            </a:r>
            <a:r>
              <a:rPr lang="en-US" altLang="ko-KR" dirty="0"/>
              <a:t>, </a:t>
            </a:r>
            <a:r>
              <a:rPr lang="ko-KR" altLang="en-US" dirty="0"/>
              <a:t>초기화</a:t>
            </a:r>
            <a:r>
              <a:rPr lang="en-US" altLang="ko-KR" dirty="0"/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일반적으로 모델 개발 후</a:t>
            </a:r>
            <a:r>
              <a:rPr lang="en-US" altLang="ko-KR" dirty="0"/>
              <a:t>, </a:t>
            </a:r>
            <a:r>
              <a:rPr lang="ko-KR" altLang="en-US" dirty="0"/>
              <a:t>성능 개선이 되지 않으면 그때부터 고민하기 시작</a:t>
            </a:r>
            <a:r>
              <a:rPr lang="en-US" altLang="ko-KR" dirty="0"/>
              <a:t>. (validation</a:t>
            </a:r>
            <a:r>
              <a:rPr lang="ko-KR" altLang="en-US" dirty="0"/>
              <a:t> 시점에 파악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7230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B43BC-62C2-9148-CF0D-ED58D978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를 사용해야 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EA976-841C-AEE2-97D4-5DCD2863E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프로젝트 기간 동안 데이터 선별 과정을 여러 차례 반복하게 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데이터를 추가로 모으거나</a:t>
            </a:r>
            <a:r>
              <a:rPr lang="en-US" altLang="ko-KR" dirty="0"/>
              <a:t>, </a:t>
            </a:r>
            <a:r>
              <a:rPr lang="ko-KR" altLang="en-US" dirty="0"/>
              <a:t>데이터 선택 조건이 바뀔 때마다 엑셀에서 필터링</a:t>
            </a:r>
            <a:r>
              <a:rPr lang="en-US" altLang="ko-KR" dirty="0"/>
              <a:t>(chemical, human, positive reaction, …)</a:t>
            </a:r>
            <a:r>
              <a:rPr lang="ko-KR" altLang="en-US" dirty="0"/>
              <a:t> 반복</a:t>
            </a:r>
            <a:r>
              <a:rPr lang="en-US" altLang="ko-KR" dirty="0"/>
              <a:t>???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Pandas</a:t>
            </a:r>
            <a:r>
              <a:rPr lang="ko-KR" altLang="en-US" dirty="0"/>
              <a:t>로 데이터 정리 과정을 자동화 해 놓는 것이 장기적으로 효율적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데이터 분석 편의성 </a:t>
            </a:r>
            <a:r>
              <a:rPr lang="en-US" altLang="ko-KR" dirty="0"/>
              <a:t>(</a:t>
            </a:r>
            <a:r>
              <a:rPr lang="ko-KR" altLang="en-US" dirty="0"/>
              <a:t>친해지려면 시간이 조금 필요하지만</a:t>
            </a:r>
            <a:r>
              <a:rPr lang="en-US" altLang="ko-KR" dirty="0"/>
              <a:t>…)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컬럼에 있는 데이터 개수 파악 </a:t>
            </a:r>
            <a:r>
              <a:rPr lang="en-US" altLang="ko-KR" dirty="0"/>
              <a:t>(</a:t>
            </a:r>
            <a:r>
              <a:rPr lang="en-US" altLang="ko-KR" dirty="0" err="1"/>
              <a:t>value_count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분포 시각화 </a:t>
            </a:r>
            <a:r>
              <a:rPr lang="en-US" altLang="ko-KR" dirty="0"/>
              <a:t>(matplotlib)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420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A9AB067-B809-AE68-D395-BABC4E33E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99153" cy="6858000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C233A4D-56C4-3F90-99AB-011B8BE7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0" y="4440325"/>
            <a:ext cx="3913632" cy="17366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Pandas</a:t>
            </a:r>
            <a:r>
              <a:rPr lang="ko-KR" altLang="en-US" dirty="0"/>
              <a:t>에서 </a:t>
            </a:r>
            <a:r>
              <a:rPr lang="en-US" altLang="ko-KR" dirty="0"/>
              <a:t>excel </a:t>
            </a:r>
            <a:r>
              <a:rPr lang="ko-KR" altLang="en-US" dirty="0"/>
              <a:t>파일 읽는 방법에 대한 설명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26103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674CCA6-0102-CFD7-4196-E0A5D2BAA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537" y="0"/>
            <a:ext cx="6188926" cy="68580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7F2C20B-7393-D863-A36B-84EDB89C5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4750" y="687629"/>
            <a:ext cx="5771426" cy="79735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스크롤을 내려보면 사용 사례 소개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80041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A3396D-7C84-2231-0783-C4843FB0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5" y="0"/>
            <a:ext cx="12052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37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7BE2E3F-A511-EE72-9B21-893D8580E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833"/>
            <a:ext cx="12192000" cy="663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016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8D831DE-B41B-A857-C1E2-2C82E1216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0601"/>
            <a:ext cx="9144000" cy="2414874"/>
          </a:xfrm>
        </p:spPr>
        <p:txBody>
          <a:bodyPr anchor="ctr"/>
          <a:lstStyle/>
          <a:p>
            <a:r>
              <a:rPr lang="en-US" altLang="ko-KR" dirty="0" err="1"/>
              <a:t>Jupyter</a:t>
            </a:r>
            <a:r>
              <a:rPr lang="ko-KR" altLang="en-US" dirty="0"/>
              <a:t> </a:t>
            </a:r>
            <a:r>
              <a:rPr lang="en-US" altLang="ko-KR" dirty="0"/>
              <a:t>notebook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8060519B-ADC0-9CC1-91D4-470ACE9E4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27307"/>
            <a:ext cx="9144000" cy="359009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dirty="0"/>
              <a:t>Excel </a:t>
            </a:r>
            <a:r>
              <a:rPr lang="ko-KR" altLang="en-US" dirty="0"/>
              <a:t>파일 열기 </a:t>
            </a:r>
            <a:r>
              <a:rPr lang="en-US" altLang="ko-KR" dirty="0"/>
              <a:t>(</a:t>
            </a:r>
            <a:r>
              <a:rPr lang="en-US" altLang="ko-KR" dirty="0" err="1"/>
              <a:t>Data_invivo</a:t>
            </a:r>
            <a:r>
              <a:rPr lang="en-US" altLang="ko-KR" dirty="0"/>
              <a:t> </a:t>
            </a:r>
            <a:r>
              <a:rPr lang="ko-KR" altLang="en-US" dirty="0"/>
              <a:t>탭 데이터 읽기</a:t>
            </a:r>
            <a:r>
              <a:rPr lang="en-US" altLang="ko-KR" dirty="0"/>
              <a:t>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dirty="0"/>
              <a:t>오류 메시지 읽는 방법 </a:t>
            </a:r>
            <a:r>
              <a:rPr lang="en-US" altLang="ko-KR" dirty="0"/>
              <a:t>&amp; </a:t>
            </a:r>
            <a:r>
              <a:rPr lang="ko-KR" altLang="en-US" dirty="0"/>
              <a:t>라이브러리 설치 방법</a:t>
            </a:r>
            <a:endParaRPr lang="en-US" altLang="ko-KR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dirty="0"/>
              <a:t>Pandas</a:t>
            </a:r>
            <a:r>
              <a:rPr lang="ko-KR" altLang="en-US" dirty="0"/>
              <a:t>에서 엑셀 필터와 같은 기능 사용하는 법 </a:t>
            </a:r>
            <a:r>
              <a:rPr lang="en-US" altLang="ko-KR" dirty="0"/>
              <a:t>(subset)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dirty="0"/>
              <a:t>Pandas </a:t>
            </a:r>
            <a:r>
              <a:rPr lang="en-US" altLang="ko-KR" dirty="0" err="1"/>
              <a:t>value_count</a:t>
            </a:r>
            <a:r>
              <a:rPr lang="en-US" altLang="ko-KR" dirty="0"/>
              <a:t> </a:t>
            </a:r>
            <a:r>
              <a:rPr lang="ko-KR" altLang="en-US" dirty="0"/>
              <a:t>사용 </a:t>
            </a:r>
            <a:r>
              <a:rPr lang="en-US" altLang="ko-KR" dirty="0"/>
              <a:t>(</a:t>
            </a:r>
            <a:r>
              <a:rPr lang="ko-KR" altLang="en-US" dirty="0"/>
              <a:t>컬럼에 있는 값들 개수 확인</a:t>
            </a:r>
            <a:r>
              <a:rPr lang="en-US" altLang="ko-KR" dirty="0"/>
              <a:t>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dirty="0"/>
              <a:t>Endpoint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en-US" altLang="ko-KR" dirty="0" err="1"/>
              <a:t>positive_reaction</a:t>
            </a:r>
            <a:r>
              <a:rPr lang="en-US" altLang="ko-KR" dirty="0"/>
              <a:t> </a:t>
            </a:r>
            <a:r>
              <a:rPr lang="ko-KR" altLang="en-US" dirty="0"/>
              <a:t>선택 후 </a:t>
            </a:r>
            <a:r>
              <a:rPr lang="en-US" altLang="ko-KR" dirty="0"/>
              <a:t>histogram </a:t>
            </a:r>
            <a:r>
              <a:rPr lang="ko-KR" altLang="en-US" dirty="0"/>
              <a:t>시각화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58193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5FFEC-3D58-34A3-F97F-2438962CA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</a:t>
            </a:r>
            <a:r>
              <a:rPr lang="en-US" altLang="ko-KR" dirty="0"/>
              <a:t>AI</a:t>
            </a:r>
            <a:r>
              <a:rPr lang="ko-KR" altLang="en-US" dirty="0"/>
              <a:t>로 인한 교육 성취도 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55137-6DB1-1918-9FDD-0BFAAF3CCFCE}"/>
              </a:ext>
            </a:extLst>
          </p:cNvPr>
          <p:cNvSpPr txBox="1"/>
          <p:nvPr/>
        </p:nvSpPr>
        <p:spPr>
          <a:xfrm>
            <a:off x="8848406" y="184618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기존 수업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7A65F6-3454-4ABE-3A3B-5F1EACF4E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1371589"/>
            <a:ext cx="9144019" cy="54864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F2F384-8E79-6992-6F62-00F713CBEE05}"/>
              </a:ext>
            </a:extLst>
          </p:cNvPr>
          <p:cNvSpPr txBox="1"/>
          <p:nvPr/>
        </p:nvSpPr>
        <p:spPr>
          <a:xfrm>
            <a:off x="8840120" y="6492875"/>
            <a:ext cx="3351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*Antigravity</a:t>
            </a:r>
            <a:r>
              <a:rPr lang="ko-KR" altLang="en-US" sz="1600" dirty="0"/>
              <a:t>를 이용한 </a:t>
            </a:r>
            <a:r>
              <a:rPr lang="en-US" altLang="ko-KR" sz="1600" dirty="0"/>
              <a:t>visualization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11580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E617A-ED02-694C-6A3E-26F76A50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뇌가 기억을 만드는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D8C9F4-FB06-7BCF-3B4D-57788F487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118" y="1825625"/>
            <a:ext cx="7098567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ko-KR" altLang="en-US" dirty="0"/>
              <a:t>흑역사는 오래도록 기억에 남는다</a:t>
            </a:r>
            <a:endParaRPr lang="en-US" altLang="ko-KR" dirty="0"/>
          </a:p>
          <a:p>
            <a:pPr lvl="1">
              <a:lnSpc>
                <a:spcPct val="170000"/>
              </a:lnSpc>
            </a:pPr>
            <a:r>
              <a:rPr lang="ko-KR" altLang="en-US" dirty="0"/>
              <a:t>실수</a:t>
            </a:r>
            <a:r>
              <a:rPr lang="en-US" altLang="ko-KR" dirty="0"/>
              <a:t>/</a:t>
            </a:r>
            <a:r>
              <a:rPr lang="ko-KR" altLang="en-US" dirty="0"/>
              <a:t>실패한 기억은 오래 지속</a:t>
            </a:r>
            <a:r>
              <a:rPr lang="en-US" altLang="ko-KR" dirty="0"/>
              <a:t>. </a:t>
            </a:r>
            <a:r>
              <a:rPr lang="ko-KR" altLang="en-US" dirty="0"/>
              <a:t>수업시간에 실수와 실패를 많이 할 수록 사회에 나가서 실수하고 실패할 가능성은 낮아짐</a:t>
            </a:r>
            <a:r>
              <a:rPr lang="en-US" altLang="ko-KR" dirty="0"/>
              <a:t>.</a:t>
            </a:r>
          </a:p>
          <a:p>
            <a:pPr lvl="1">
              <a:lnSpc>
                <a:spcPct val="170000"/>
              </a:lnSpc>
            </a:pPr>
            <a:r>
              <a:rPr lang="ko-KR" altLang="en-US" dirty="0"/>
              <a:t>자기 검열의 함정</a:t>
            </a:r>
            <a:r>
              <a:rPr lang="en-US" altLang="ko-KR" dirty="0"/>
              <a:t>. (</a:t>
            </a:r>
            <a:r>
              <a:rPr lang="ko-KR" altLang="en-US" dirty="0"/>
              <a:t>이거 나만 </a:t>
            </a:r>
            <a:r>
              <a:rPr lang="ko-KR" altLang="en-US" dirty="0" err="1"/>
              <a:t>모르는거</a:t>
            </a:r>
            <a:r>
              <a:rPr lang="ko-KR" altLang="en-US" dirty="0"/>
              <a:t> 아닐까</a:t>
            </a:r>
            <a:r>
              <a:rPr lang="en-US" altLang="ko-KR" dirty="0"/>
              <a:t>? </a:t>
            </a:r>
            <a:r>
              <a:rPr lang="ko-KR" altLang="en-US" dirty="0"/>
              <a:t>다른 사람들은 다 이해한 것 같은데</a:t>
            </a:r>
            <a:r>
              <a:rPr lang="en-US" altLang="ko-KR" dirty="0"/>
              <a:t>..)</a:t>
            </a:r>
          </a:p>
          <a:p>
            <a:pPr>
              <a:lnSpc>
                <a:spcPct val="170000"/>
              </a:lnSpc>
            </a:pPr>
            <a:r>
              <a:rPr lang="ko-KR" altLang="en-US" dirty="0"/>
              <a:t>실습실 컴퓨터가 고장나도 상관없으니 크게 고민하지 말고 이것저것 시도 해볼 것</a:t>
            </a:r>
            <a:endParaRPr lang="en-US" altLang="ko-KR" dirty="0"/>
          </a:p>
          <a:p>
            <a:pPr lvl="1">
              <a:lnSpc>
                <a:spcPct val="170000"/>
              </a:lnSpc>
            </a:pPr>
            <a:r>
              <a:rPr lang="ko-KR" altLang="en-US" dirty="0"/>
              <a:t>어차피 컴퓨터는 소모품</a:t>
            </a:r>
            <a:r>
              <a:rPr lang="en-US" altLang="ko-KR" dirty="0"/>
              <a:t>. </a:t>
            </a:r>
            <a:r>
              <a:rPr lang="ko-KR" altLang="en-US" dirty="0"/>
              <a:t>수명은 </a:t>
            </a:r>
            <a:r>
              <a:rPr lang="en-US" altLang="ko-KR" dirty="0"/>
              <a:t>5</a:t>
            </a:r>
            <a:r>
              <a:rPr lang="ko-KR" altLang="en-US" dirty="0"/>
              <a:t>년 정도</a:t>
            </a:r>
            <a:endParaRPr lang="en-US" altLang="ko-KR" dirty="0"/>
          </a:p>
          <a:p>
            <a:pPr lvl="1">
              <a:lnSpc>
                <a:spcPct val="170000"/>
              </a:lnSpc>
            </a:pPr>
            <a:r>
              <a:rPr lang="ko-KR" altLang="en-US" dirty="0"/>
              <a:t>아마존의 의사결정 방식</a:t>
            </a:r>
            <a:r>
              <a:rPr lang="en-US" altLang="ko-KR" dirty="0"/>
              <a:t>: One-way door vs two-way door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5041C9-2E8A-69F5-3D75-D40D83A0A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685" y="0"/>
            <a:ext cx="46033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05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1AC8C-EEE0-9712-C118-28329FA7C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 </a:t>
            </a:r>
            <a:r>
              <a:rPr lang="en-US" altLang="ko-KR" dirty="0"/>
              <a:t>AI </a:t>
            </a:r>
            <a:r>
              <a:rPr lang="ko-KR" altLang="en-US" dirty="0"/>
              <a:t>활용 관련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FD55BE-9E22-B80E-0551-FD07B8180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ko-KR" altLang="en-US" dirty="0"/>
              <a:t>과거에는 학습에 오랜 시간이 소요됐지만</a:t>
            </a:r>
            <a:r>
              <a:rPr lang="en-US" altLang="ko-KR" dirty="0"/>
              <a:t>, </a:t>
            </a:r>
            <a:r>
              <a:rPr lang="ko-KR" altLang="en-US" dirty="0"/>
              <a:t>지금은 생성 </a:t>
            </a:r>
            <a:r>
              <a:rPr lang="en-US" altLang="ko-KR" dirty="0"/>
              <a:t>AI</a:t>
            </a:r>
            <a:r>
              <a:rPr lang="ko-KR" altLang="en-US" dirty="0"/>
              <a:t>를 활용하면 학습 효율을 크게 올릴 수 있습니다</a:t>
            </a:r>
            <a:r>
              <a:rPr lang="en-US" altLang="ko-KR" dirty="0"/>
              <a:t>.</a:t>
            </a:r>
          </a:p>
          <a:p>
            <a:pPr lvl="1">
              <a:lnSpc>
                <a:spcPct val="160000"/>
              </a:lnSpc>
            </a:pPr>
            <a:r>
              <a:rPr lang="ko-KR" altLang="en-US" dirty="0" err="1"/>
              <a:t>챗</a:t>
            </a:r>
            <a:r>
              <a:rPr lang="en-US" altLang="ko-KR" dirty="0"/>
              <a:t>GPT</a:t>
            </a:r>
            <a:r>
              <a:rPr lang="ko-KR" altLang="en-US" dirty="0"/>
              <a:t>로 공부한 고등학생이 </a:t>
            </a:r>
            <a:r>
              <a:rPr lang="en-US" altLang="ko-KR" dirty="0" err="1"/>
              <a:t>openAI</a:t>
            </a:r>
            <a:r>
              <a:rPr lang="ko-KR" altLang="en-US" dirty="0"/>
              <a:t>에 입사한 사례가 있어요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dirty="0"/>
              <a:t>뭘 해야 될지 잘 </a:t>
            </a:r>
            <a:r>
              <a:rPr lang="ko-KR" altLang="en-US" dirty="0" err="1"/>
              <a:t>모르겠으면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와 적극적으로 대화하시면서 생각을 정리해보세요</a:t>
            </a:r>
            <a:r>
              <a:rPr lang="en-US" altLang="ko-KR" dirty="0"/>
              <a:t>.</a:t>
            </a:r>
          </a:p>
          <a:p>
            <a:pPr lvl="1">
              <a:lnSpc>
                <a:spcPct val="160000"/>
              </a:lnSpc>
            </a:pPr>
            <a:r>
              <a:rPr lang="ko-KR" altLang="en-US" dirty="0"/>
              <a:t>혼자서 고민하는 것보다 </a:t>
            </a:r>
            <a:r>
              <a:rPr lang="ko-KR" altLang="en-US" dirty="0" err="1"/>
              <a:t>누구랑</a:t>
            </a:r>
            <a:r>
              <a:rPr lang="ko-KR" altLang="en-US" dirty="0"/>
              <a:t> 이야기 </a:t>
            </a:r>
            <a:r>
              <a:rPr lang="ko-KR" altLang="en-US" dirty="0" err="1"/>
              <a:t>하는게</a:t>
            </a:r>
            <a:r>
              <a:rPr lang="ko-KR" altLang="en-US" dirty="0"/>
              <a:t> 낫습니다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dirty="0"/>
              <a:t>프롬프트에 항상 포함되어야 하는 정보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ko-KR" altLang="en-US" b="1" dirty="0"/>
              <a:t>개인의 프로그래밍 수준</a:t>
            </a:r>
            <a:r>
              <a:rPr lang="en-US" altLang="ko-KR" dirty="0"/>
              <a:t>. </a:t>
            </a:r>
            <a:r>
              <a:rPr lang="ko-KR" altLang="en-US" dirty="0"/>
              <a:t>프로그래밍 실력에 따라 </a:t>
            </a:r>
            <a:r>
              <a:rPr lang="en-US" altLang="ko-KR" dirty="0"/>
              <a:t>AI </a:t>
            </a:r>
            <a:r>
              <a:rPr lang="ko-KR" altLang="en-US"/>
              <a:t>답변의 유용성이 결정됨</a:t>
            </a:r>
            <a:r>
              <a:rPr lang="en-US" altLang="ko-KR"/>
              <a:t>.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ko-KR" altLang="en-US" dirty="0"/>
              <a:t>내 </a:t>
            </a:r>
            <a:r>
              <a:rPr lang="ko-KR" altLang="en-US" b="1" dirty="0"/>
              <a:t>코드</a:t>
            </a:r>
            <a:r>
              <a:rPr lang="ko-KR" altLang="en-US" dirty="0"/>
              <a:t>와 </a:t>
            </a:r>
            <a:r>
              <a:rPr lang="ko-KR" altLang="en-US" b="1" dirty="0"/>
              <a:t>에러</a:t>
            </a:r>
            <a:r>
              <a:rPr lang="ko-KR" altLang="en-US" dirty="0"/>
              <a:t> 메시지 </a:t>
            </a:r>
            <a:r>
              <a:rPr lang="en-US" altLang="ko-KR" dirty="0"/>
              <a:t>(</a:t>
            </a:r>
            <a:r>
              <a:rPr lang="ko-KR" altLang="en-US" dirty="0"/>
              <a:t>에러가 발생한 상황을 전달해야 올바른 해결책을 얻을 수 있음</a:t>
            </a:r>
            <a:r>
              <a:rPr lang="en-US" altLang="ko-KR" dirty="0"/>
              <a:t>)</a:t>
            </a:r>
          </a:p>
          <a:p>
            <a:pPr lvl="1">
              <a:lnSpc>
                <a:spcPct val="160000"/>
              </a:lnSpc>
            </a:pPr>
            <a:r>
              <a:rPr lang="en-US" altLang="ko-KR" dirty="0"/>
              <a:t>AI</a:t>
            </a:r>
            <a:r>
              <a:rPr lang="ko-KR" altLang="en-US" dirty="0"/>
              <a:t>와 대화를 반복할 수록 코드가 길어지는 경향이 있음</a:t>
            </a:r>
            <a:r>
              <a:rPr lang="en-US" altLang="ko-KR" dirty="0"/>
              <a:t>. </a:t>
            </a:r>
            <a:r>
              <a:rPr lang="ko-KR" altLang="en-US" dirty="0"/>
              <a:t>항상 </a:t>
            </a:r>
            <a:r>
              <a:rPr lang="ko-KR" altLang="en-US" b="1" dirty="0"/>
              <a:t>간결하게 작성</a:t>
            </a:r>
            <a:r>
              <a:rPr lang="ko-KR" altLang="en-US" dirty="0"/>
              <a:t>할 것을 요청해야 함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153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878</Words>
  <Application>Microsoft Office PowerPoint</Application>
  <PresentationFormat>와이드스크린</PresentationFormat>
  <Paragraphs>122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기계학습 (Machine learning)</vt:lpstr>
      <vt:lpstr>PowerPoint 프레젠테이션</vt:lpstr>
      <vt:lpstr>혼돈의 데이터 정리</vt:lpstr>
      <vt:lpstr>이 수업 시간에 진행하는 기계학습 모델</vt:lpstr>
      <vt:lpstr>어떤 데이터를 피해야 하는가?</vt:lpstr>
      <vt:lpstr>Clean data</vt:lpstr>
      <vt:lpstr>모델 활용 측면에서 가치 있는 데이터?</vt:lpstr>
      <vt:lpstr>데이터는 얼마나 필요할까?</vt:lpstr>
      <vt:lpstr>어떤 데이터를 피해야 하는지 언제 알게 될까?</vt:lpstr>
      <vt:lpstr>Pandas를 사용해야 하는 이유</vt:lpstr>
      <vt:lpstr>PowerPoint 프레젠테이션</vt:lpstr>
      <vt:lpstr>PowerPoint 프레젠테이션</vt:lpstr>
      <vt:lpstr>PowerPoint 프레젠테이션</vt:lpstr>
      <vt:lpstr>PowerPoint 프레젠테이션</vt:lpstr>
      <vt:lpstr>Jupyter notebook</vt:lpstr>
      <vt:lpstr>생성AI로 인한 교육 성취도 격차</vt:lpstr>
      <vt:lpstr>뇌가 기억을 만드는 방식</vt:lpstr>
      <vt:lpstr>생성 AI 활용 관련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 HYUN KIL</dc:creator>
  <cp:lastModifiedBy>SHIN HYUN KIL</cp:lastModifiedBy>
  <cp:revision>1</cp:revision>
  <dcterms:created xsi:type="dcterms:W3CDTF">2026-03-05T00:29:02Z</dcterms:created>
  <dcterms:modified xsi:type="dcterms:W3CDTF">2026-06-15T09:45:20Z</dcterms:modified>
</cp:coreProperties>
</file>