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2" r:id="rId3"/>
    <p:sldId id="259" r:id="rId4"/>
    <p:sldId id="258" r:id="rId5"/>
    <p:sldId id="260" r:id="rId6"/>
    <p:sldId id="263" r:id="rId7"/>
    <p:sldId id="261" r:id="rId8"/>
    <p:sldId id="264" r:id="rId9"/>
    <p:sldId id="265" r:id="rId10"/>
    <p:sldId id="266" r:id="rId11"/>
    <p:sldId id="268" r:id="rId12"/>
    <p:sldId id="267" r:id="rId13"/>
    <p:sldId id="17877" r:id="rId14"/>
    <p:sldId id="17878" r:id="rId15"/>
    <p:sldId id="17879" r:id="rId16"/>
    <p:sldId id="17880" r:id="rId17"/>
    <p:sldId id="17882" r:id="rId18"/>
    <p:sldId id="17883" r:id="rId19"/>
    <p:sldId id="27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D270E5-DDA7-AE4B-DA76-0D3DEE035EC0}" v="1" dt="2026-03-05T05:56:19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S::2026128@office.duksung.ac.kr::d5bffe1d-586f-4b28-9005-eb11788ec385" providerId="AD" clId="Web-{5DD270E5-DDA7-AE4B-DA76-0D3DEE035EC0}"/>
    <pc:docChg chg="delSld">
      <pc:chgData name="SHIN HYUN KIL" userId="S::2026128@office.duksung.ac.kr::d5bffe1d-586f-4b28-9005-eb11788ec385" providerId="AD" clId="Web-{5DD270E5-DDA7-AE4B-DA76-0D3DEE035EC0}" dt="2026-03-05T05:56:19.191" v="0"/>
      <pc:docMkLst>
        <pc:docMk/>
      </pc:docMkLst>
      <pc:sldChg chg="del">
        <pc:chgData name="SHIN HYUN KIL" userId="S::2026128@office.duksung.ac.kr::d5bffe1d-586f-4b28-9005-eb11788ec385" providerId="AD" clId="Web-{5DD270E5-DDA7-AE4B-DA76-0D3DEE035EC0}" dt="2026-03-05T05:56:19.191" v="0"/>
        <pc:sldMkLst>
          <pc:docMk/>
          <pc:sldMk cId="694747767" sldId="17884"/>
        </pc:sldMkLst>
      </pc:sldChg>
    </pc:docChg>
  </pc:docChgLst>
  <pc:docChgLst>
    <pc:chgData name="SHIN HYUN KIL" userId="d5bffe1d-586f-4b28-9005-eb11788ec385" providerId="ADAL" clId="{28E738DF-29E1-46A8-86AB-86F3687E81D9}"/>
    <pc:docChg chg="undo custSel addSld delSld modSld sldOrd">
      <pc:chgData name="SHIN HYUN KIL" userId="d5bffe1d-586f-4b28-9005-eb11788ec385" providerId="ADAL" clId="{28E738DF-29E1-46A8-86AB-86F3687E81D9}" dt="2026-03-03T20:33:07.166" v="1754" actId="20577"/>
      <pc:docMkLst>
        <pc:docMk/>
      </pc:docMkLst>
      <pc:sldChg chg="new del">
        <pc:chgData name="SHIN HYUN KIL" userId="d5bffe1d-586f-4b28-9005-eb11788ec385" providerId="ADAL" clId="{28E738DF-29E1-46A8-86AB-86F3687E81D9}" dt="2026-03-03T19:49:21.770" v="2" actId="47"/>
        <pc:sldMkLst>
          <pc:docMk/>
          <pc:sldMk cId="507336989" sldId="256"/>
        </pc:sldMkLst>
      </pc:sldChg>
      <pc:sldChg chg="add">
        <pc:chgData name="SHIN HYUN KIL" userId="d5bffe1d-586f-4b28-9005-eb11788ec385" providerId="ADAL" clId="{28E738DF-29E1-46A8-86AB-86F3687E81D9}" dt="2026-03-03T19:49:18.713" v="1"/>
        <pc:sldMkLst>
          <pc:docMk/>
          <pc:sldMk cId="0" sldId="257"/>
        </pc:sldMkLst>
      </pc:sldChg>
      <pc:sldChg chg="addSp delSp modSp new mod">
        <pc:chgData name="SHIN HYUN KIL" userId="d5bffe1d-586f-4b28-9005-eb11788ec385" providerId="ADAL" clId="{28E738DF-29E1-46A8-86AB-86F3687E81D9}" dt="2026-03-03T20:00:52.421" v="1054" actId="14100"/>
        <pc:sldMkLst>
          <pc:docMk/>
          <pc:sldMk cId="1842814550" sldId="258"/>
        </pc:sldMkLst>
        <pc:spChg chg="mod">
          <ac:chgData name="SHIN HYUN KIL" userId="d5bffe1d-586f-4b28-9005-eb11788ec385" providerId="ADAL" clId="{28E738DF-29E1-46A8-86AB-86F3687E81D9}" dt="2026-03-03T19:54:40.804" v="312" actId="20577"/>
          <ac:spMkLst>
            <pc:docMk/>
            <pc:sldMk cId="1842814550" sldId="258"/>
            <ac:spMk id="2" creationId="{48613AA6-947F-0144-937E-5DD6D3D28FCB}"/>
          </ac:spMkLst>
        </pc:spChg>
        <pc:spChg chg="del">
          <ac:chgData name="SHIN HYUN KIL" userId="d5bffe1d-586f-4b28-9005-eb11788ec385" providerId="ADAL" clId="{28E738DF-29E1-46A8-86AB-86F3687E81D9}" dt="2026-03-03T19:49:37.636" v="26" actId="478"/>
          <ac:spMkLst>
            <pc:docMk/>
            <pc:sldMk cId="1842814550" sldId="258"/>
            <ac:spMk id="3" creationId="{A2704786-EEDF-3889-3CB4-7864BCD1ABC6}"/>
          </ac:spMkLst>
        </pc:spChg>
        <pc:spChg chg="add mod">
          <ac:chgData name="SHIN HYUN KIL" userId="d5bffe1d-586f-4b28-9005-eb11788ec385" providerId="ADAL" clId="{28E738DF-29E1-46A8-86AB-86F3687E81D9}" dt="2026-03-03T20:00:52.421" v="1054" actId="14100"/>
          <ac:spMkLst>
            <pc:docMk/>
            <pc:sldMk cId="1842814550" sldId="258"/>
            <ac:spMk id="4" creationId="{68893BDB-8921-7337-9416-2B6A768FF882}"/>
          </ac:spMkLst>
        </pc:spChg>
        <pc:spChg chg="add mod">
          <ac:chgData name="SHIN HYUN KIL" userId="d5bffe1d-586f-4b28-9005-eb11788ec385" providerId="ADAL" clId="{28E738DF-29E1-46A8-86AB-86F3687E81D9}" dt="2026-03-03T19:59:44.833" v="1012" actId="14100"/>
          <ac:spMkLst>
            <pc:docMk/>
            <pc:sldMk cId="1842814550" sldId="258"/>
            <ac:spMk id="5" creationId="{B6F15D67-BFA4-70A5-E313-0BF685DE5EEE}"/>
          </ac:spMkLst>
        </pc:spChg>
        <pc:spChg chg="add mod">
          <ac:chgData name="SHIN HYUN KIL" userId="d5bffe1d-586f-4b28-9005-eb11788ec385" providerId="ADAL" clId="{28E738DF-29E1-46A8-86AB-86F3687E81D9}" dt="2026-03-03T20:00:47.705" v="1053" actId="20577"/>
          <ac:spMkLst>
            <pc:docMk/>
            <pc:sldMk cId="1842814550" sldId="258"/>
            <ac:spMk id="6" creationId="{3516928D-C541-DA86-8FEA-39F3E986B76A}"/>
          </ac:spMkLst>
        </pc:spChg>
        <pc:spChg chg="add mod">
          <ac:chgData name="SHIN HYUN KIL" userId="d5bffe1d-586f-4b28-9005-eb11788ec385" providerId="ADAL" clId="{28E738DF-29E1-46A8-86AB-86F3687E81D9}" dt="2026-03-03T20:00:06.097" v="1017" actId="14100"/>
          <ac:spMkLst>
            <pc:docMk/>
            <pc:sldMk cId="1842814550" sldId="258"/>
            <ac:spMk id="7" creationId="{EBB4118B-1E2F-3FFF-5077-ADE967D2FB07}"/>
          </ac:spMkLst>
        </pc:spChg>
      </pc:sldChg>
      <pc:sldChg chg="modSp new mod">
        <pc:chgData name="SHIN HYUN KIL" userId="d5bffe1d-586f-4b28-9005-eb11788ec385" providerId="ADAL" clId="{28E738DF-29E1-46A8-86AB-86F3687E81D9}" dt="2026-03-03T19:57:26.921" v="945" actId="20577"/>
        <pc:sldMkLst>
          <pc:docMk/>
          <pc:sldMk cId="2769136017" sldId="259"/>
        </pc:sldMkLst>
        <pc:spChg chg="mod">
          <ac:chgData name="SHIN HYUN KIL" userId="d5bffe1d-586f-4b28-9005-eb11788ec385" providerId="ADAL" clId="{28E738DF-29E1-46A8-86AB-86F3687E81D9}" dt="2026-03-03T19:54:57.319" v="360" actId="20577"/>
          <ac:spMkLst>
            <pc:docMk/>
            <pc:sldMk cId="2769136017" sldId="259"/>
            <ac:spMk id="2" creationId="{410B5CF6-717A-668D-9241-4F56DA98CE96}"/>
          </ac:spMkLst>
        </pc:spChg>
        <pc:spChg chg="mod">
          <ac:chgData name="SHIN HYUN KIL" userId="d5bffe1d-586f-4b28-9005-eb11788ec385" providerId="ADAL" clId="{28E738DF-29E1-46A8-86AB-86F3687E81D9}" dt="2026-03-03T19:57:26.921" v="945" actId="20577"/>
          <ac:spMkLst>
            <pc:docMk/>
            <pc:sldMk cId="2769136017" sldId="259"/>
            <ac:spMk id="3" creationId="{55E04398-E64E-4202-7DCE-6F9BD1972BBC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3T20:20:36.769" v="1452" actId="404"/>
        <pc:sldMkLst>
          <pc:docMk/>
          <pc:sldMk cId="2009568599" sldId="260"/>
        </pc:sldMkLst>
        <pc:spChg chg="del">
          <ac:chgData name="SHIN HYUN KIL" userId="d5bffe1d-586f-4b28-9005-eb11788ec385" providerId="ADAL" clId="{28E738DF-29E1-46A8-86AB-86F3687E81D9}" dt="2026-03-03T20:01:06.231" v="1056" actId="478"/>
          <ac:spMkLst>
            <pc:docMk/>
            <pc:sldMk cId="2009568599" sldId="260"/>
            <ac:spMk id="2" creationId="{0BAF28B0-269F-BD38-946C-7CF880AFBC11}"/>
          </ac:spMkLst>
        </pc:spChg>
        <pc:spChg chg="del">
          <ac:chgData name="SHIN HYUN KIL" userId="d5bffe1d-586f-4b28-9005-eb11788ec385" providerId="ADAL" clId="{28E738DF-29E1-46A8-86AB-86F3687E81D9}" dt="2026-03-03T20:01:06.231" v="1056" actId="478"/>
          <ac:spMkLst>
            <pc:docMk/>
            <pc:sldMk cId="2009568599" sldId="260"/>
            <ac:spMk id="3" creationId="{0B0AA192-94B5-B4D4-4FB3-092B29506A59}"/>
          </ac:spMkLst>
        </pc:spChg>
        <pc:spChg chg="add mod">
          <ac:chgData name="SHIN HYUN KIL" userId="d5bffe1d-586f-4b28-9005-eb11788ec385" providerId="ADAL" clId="{28E738DF-29E1-46A8-86AB-86F3687E81D9}" dt="2026-03-03T20:20:36.769" v="1452" actId="404"/>
          <ac:spMkLst>
            <pc:docMk/>
            <pc:sldMk cId="2009568599" sldId="260"/>
            <ac:spMk id="8" creationId="{0DBA0B35-3E44-C90C-ACF8-194D8E1ECB94}"/>
          </ac:spMkLst>
        </pc:spChg>
        <pc:picChg chg="add mod">
          <ac:chgData name="SHIN HYUN KIL" userId="d5bffe1d-586f-4b28-9005-eb11788ec385" providerId="ADAL" clId="{28E738DF-29E1-46A8-86AB-86F3687E81D9}" dt="2026-03-03T20:20:14.320" v="1347" actId="1076"/>
          <ac:picMkLst>
            <pc:docMk/>
            <pc:sldMk cId="2009568599" sldId="260"/>
            <ac:picMk id="5" creationId="{752CD553-EA22-7E29-2C23-8D00BE7B9AFC}"/>
          </ac:picMkLst>
        </pc:picChg>
        <pc:picChg chg="add mod">
          <ac:chgData name="SHIN HYUN KIL" userId="d5bffe1d-586f-4b28-9005-eb11788ec385" providerId="ADAL" clId="{28E738DF-29E1-46A8-86AB-86F3687E81D9}" dt="2026-03-03T20:20:11.541" v="1346" actId="1036"/>
          <ac:picMkLst>
            <pc:docMk/>
            <pc:sldMk cId="2009568599" sldId="260"/>
            <ac:picMk id="7" creationId="{A2CC8728-9CE8-52C5-7C05-42E7F3669C35}"/>
          </ac:picMkLst>
        </pc:picChg>
      </pc:sldChg>
      <pc:sldChg chg="delSp new del mod">
        <pc:chgData name="SHIN HYUN KIL" userId="d5bffe1d-586f-4b28-9005-eb11788ec385" providerId="ADAL" clId="{28E738DF-29E1-46A8-86AB-86F3687E81D9}" dt="2026-03-03T19:58:40.492" v="974" actId="47"/>
        <pc:sldMkLst>
          <pc:docMk/>
          <pc:sldMk cId="3056791953" sldId="260"/>
        </pc:sldMkLst>
        <pc:spChg chg="del">
          <ac:chgData name="SHIN HYUN KIL" userId="d5bffe1d-586f-4b28-9005-eb11788ec385" providerId="ADAL" clId="{28E738DF-29E1-46A8-86AB-86F3687E81D9}" dt="2026-03-03T19:58:37.016" v="973" actId="478"/>
          <ac:spMkLst>
            <pc:docMk/>
            <pc:sldMk cId="3056791953" sldId="260"/>
            <ac:spMk id="2" creationId="{C82E02E2-29DB-EB5E-80C1-DC848F39B87C}"/>
          </ac:spMkLst>
        </pc:spChg>
        <pc:spChg chg="del">
          <ac:chgData name="SHIN HYUN KIL" userId="d5bffe1d-586f-4b28-9005-eb11788ec385" providerId="ADAL" clId="{28E738DF-29E1-46A8-86AB-86F3687E81D9}" dt="2026-03-03T19:58:37.016" v="973" actId="478"/>
          <ac:spMkLst>
            <pc:docMk/>
            <pc:sldMk cId="3056791953" sldId="260"/>
            <ac:spMk id="3" creationId="{27CDE595-D6B2-E874-5E01-F24779628E60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3T20:11:03.810" v="1301" actId="20577"/>
        <pc:sldMkLst>
          <pc:docMk/>
          <pc:sldMk cId="924380193" sldId="261"/>
        </pc:sldMkLst>
        <pc:spChg chg="del">
          <ac:chgData name="SHIN HYUN KIL" userId="d5bffe1d-586f-4b28-9005-eb11788ec385" providerId="ADAL" clId="{28E738DF-29E1-46A8-86AB-86F3687E81D9}" dt="2026-03-03T20:03:11.973" v="1069" actId="478"/>
          <ac:spMkLst>
            <pc:docMk/>
            <pc:sldMk cId="924380193" sldId="261"/>
            <ac:spMk id="2" creationId="{6542008E-D145-EFCB-6F7E-CCF5AEAFDE24}"/>
          </ac:spMkLst>
        </pc:spChg>
        <pc:spChg chg="del">
          <ac:chgData name="SHIN HYUN KIL" userId="d5bffe1d-586f-4b28-9005-eb11788ec385" providerId="ADAL" clId="{28E738DF-29E1-46A8-86AB-86F3687E81D9}" dt="2026-03-03T20:03:11.973" v="1069" actId="478"/>
          <ac:spMkLst>
            <pc:docMk/>
            <pc:sldMk cId="924380193" sldId="261"/>
            <ac:spMk id="3" creationId="{F4D5C5F9-9CC0-8592-2660-E68B80704B1C}"/>
          </ac:spMkLst>
        </pc:spChg>
        <pc:spChg chg="add mod">
          <ac:chgData name="SHIN HYUN KIL" userId="d5bffe1d-586f-4b28-9005-eb11788ec385" providerId="ADAL" clId="{28E738DF-29E1-46A8-86AB-86F3687E81D9}" dt="2026-03-03T20:09:13.147" v="1254" actId="2711"/>
          <ac:spMkLst>
            <pc:docMk/>
            <pc:sldMk cId="924380193" sldId="261"/>
            <ac:spMk id="7" creationId="{E8E6822D-B66E-2F90-C2C5-0564DDD599CC}"/>
          </ac:spMkLst>
        </pc:spChg>
        <pc:spChg chg="add mod">
          <ac:chgData name="SHIN HYUN KIL" userId="d5bffe1d-586f-4b28-9005-eb11788ec385" providerId="ADAL" clId="{28E738DF-29E1-46A8-86AB-86F3687E81D9}" dt="2026-03-03T20:10:13.799" v="1256" actId="14100"/>
          <ac:spMkLst>
            <pc:docMk/>
            <pc:sldMk cId="924380193" sldId="261"/>
            <ac:spMk id="8" creationId="{FB83A6EF-A49C-51C6-DF00-F5E23587E47D}"/>
          </ac:spMkLst>
        </pc:spChg>
        <pc:spChg chg="add mod">
          <ac:chgData name="SHIN HYUN KIL" userId="d5bffe1d-586f-4b28-9005-eb11788ec385" providerId="ADAL" clId="{28E738DF-29E1-46A8-86AB-86F3687E81D9}" dt="2026-03-03T20:11:03.810" v="1301" actId="20577"/>
          <ac:spMkLst>
            <pc:docMk/>
            <pc:sldMk cId="924380193" sldId="261"/>
            <ac:spMk id="9" creationId="{FABBC669-C537-822F-D5F3-76B862E7B1F2}"/>
          </ac:spMkLst>
        </pc:spChg>
        <pc:spChg chg="add mod">
          <ac:chgData name="SHIN HYUN KIL" userId="d5bffe1d-586f-4b28-9005-eb11788ec385" providerId="ADAL" clId="{28E738DF-29E1-46A8-86AB-86F3687E81D9}" dt="2026-03-03T20:10:51.864" v="1270" actId="20577"/>
          <ac:spMkLst>
            <pc:docMk/>
            <pc:sldMk cId="924380193" sldId="261"/>
            <ac:spMk id="10" creationId="{FAD3F2E8-BAC0-2288-26D6-D38052AE0EE9}"/>
          </ac:spMkLst>
        </pc:spChg>
        <pc:picChg chg="add mod">
          <ac:chgData name="SHIN HYUN KIL" userId="d5bffe1d-586f-4b28-9005-eb11788ec385" providerId="ADAL" clId="{28E738DF-29E1-46A8-86AB-86F3687E81D9}" dt="2026-03-03T20:08:47.386" v="1249" actId="962"/>
          <ac:picMkLst>
            <pc:docMk/>
            <pc:sldMk cId="924380193" sldId="261"/>
            <ac:picMk id="5" creationId="{92B0B43B-429C-0991-5E2E-45520E32131C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03:18.558" v="1074" actId="962"/>
        <pc:sldMkLst>
          <pc:docMk/>
          <pc:sldMk cId="2069188560" sldId="262"/>
        </pc:sldMkLst>
        <pc:spChg chg="del">
          <ac:chgData name="SHIN HYUN KIL" userId="d5bffe1d-586f-4b28-9005-eb11788ec385" providerId="ADAL" clId="{28E738DF-29E1-46A8-86AB-86F3687E81D9}" dt="2026-03-03T20:03:17.516" v="1071" actId="478"/>
          <ac:spMkLst>
            <pc:docMk/>
            <pc:sldMk cId="2069188560" sldId="262"/>
            <ac:spMk id="2" creationId="{00AB488E-6667-9436-E40B-E4557CC5F4A0}"/>
          </ac:spMkLst>
        </pc:spChg>
        <pc:spChg chg="del">
          <ac:chgData name="SHIN HYUN KIL" userId="d5bffe1d-586f-4b28-9005-eb11788ec385" providerId="ADAL" clId="{28E738DF-29E1-46A8-86AB-86F3687E81D9}" dt="2026-03-03T20:03:17.516" v="1071" actId="478"/>
          <ac:spMkLst>
            <pc:docMk/>
            <pc:sldMk cId="2069188560" sldId="262"/>
            <ac:spMk id="3" creationId="{F9DB14B0-C4A6-3B16-53D6-6BA99D492B85}"/>
          </ac:spMkLst>
        </pc:spChg>
        <pc:picChg chg="add mod">
          <ac:chgData name="SHIN HYUN KIL" userId="d5bffe1d-586f-4b28-9005-eb11788ec385" providerId="ADAL" clId="{28E738DF-29E1-46A8-86AB-86F3687E81D9}" dt="2026-03-03T20:03:18.558" v="1074" actId="962"/>
          <ac:picMkLst>
            <pc:docMk/>
            <pc:sldMk cId="2069188560" sldId="262"/>
            <ac:picMk id="5" creationId="{AC85B8CB-CEFA-6015-6C67-3EF7CA94332D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08:43.077" v="1246" actId="20577"/>
        <pc:sldMkLst>
          <pc:docMk/>
          <pc:sldMk cId="3497295452" sldId="263"/>
        </pc:sldMkLst>
        <pc:spChg chg="mod">
          <ac:chgData name="SHIN HYUN KIL" userId="d5bffe1d-586f-4b28-9005-eb11788ec385" providerId="ADAL" clId="{28E738DF-29E1-46A8-86AB-86F3687E81D9}" dt="2026-03-03T20:06:11.222" v="1128" actId="20577"/>
          <ac:spMkLst>
            <pc:docMk/>
            <pc:sldMk cId="3497295452" sldId="263"/>
            <ac:spMk id="2" creationId="{BFE258A5-10C4-5B5C-11AD-948D9A45476B}"/>
          </ac:spMkLst>
        </pc:spChg>
        <pc:spChg chg="mod">
          <ac:chgData name="SHIN HYUN KIL" userId="d5bffe1d-586f-4b28-9005-eb11788ec385" providerId="ADAL" clId="{28E738DF-29E1-46A8-86AB-86F3687E81D9}" dt="2026-03-03T20:08:43.077" v="1246" actId="20577"/>
          <ac:spMkLst>
            <pc:docMk/>
            <pc:sldMk cId="3497295452" sldId="263"/>
            <ac:spMk id="3" creationId="{37C52647-1408-B0A3-91C0-D3AEF7647C36}"/>
          </ac:spMkLst>
        </pc:spChg>
        <pc:spChg chg="add mod">
          <ac:chgData name="SHIN HYUN KIL" userId="d5bffe1d-586f-4b28-9005-eb11788ec385" providerId="ADAL" clId="{28E738DF-29E1-46A8-86AB-86F3687E81D9}" dt="2026-03-03T20:06:51.356" v="1216"/>
          <ac:spMkLst>
            <pc:docMk/>
            <pc:sldMk cId="3497295452" sldId="263"/>
            <ac:spMk id="4" creationId="{D2E6E024-D756-8BA5-9490-D70A967E2FF4}"/>
          </ac:spMkLst>
        </pc:spChg>
        <pc:spChg chg="add mod">
          <ac:chgData name="SHIN HYUN KIL" userId="d5bffe1d-586f-4b28-9005-eb11788ec385" providerId="ADAL" clId="{28E738DF-29E1-46A8-86AB-86F3687E81D9}" dt="2026-03-03T20:06:51.356" v="1216"/>
          <ac:spMkLst>
            <pc:docMk/>
            <pc:sldMk cId="3497295452" sldId="263"/>
            <ac:spMk id="5" creationId="{A99AAC5E-D1C6-5A62-CDA7-D39AFCADAEBB}"/>
          </ac:spMkLst>
        </pc:spChg>
        <pc:spChg chg="add mod">
          <ac:chgData name="SHIN HYUN KIL" userId="d5bffe1d-586f-4b28-9005-eb11788ec385" providerId="ADAL" clId="{28E738DF-29E1-46A8-86AB-86F3687E81D9}" dt="2026-03-03T20:06:51.356" v="1216"/>
          <ac:spMkLst>
            <pc:docMk/>
            <pc:sldMk cId="3497295452" sldId="263"/>
            <ac:spMk id="6" creationId="{B73ACA9A-3AED-2F5B-451F-65DA1E498086}"/>
          </ac:spMkLst>
        </pc:spChg>
        <pc:spChg chg="add mod">
          <ac:chgData name="SHIN HYUN KIL" userId="d5bffe1d-586f-4b28-9005-eb11788ec385" providerId="ADAL" clId="{28E738DF-29E1-46A8-86AB-86F3687E81D9}" dt="2026-03-03T20:07:21.322" v="1237" actId="207"/>
          <ac:spMkLst>
            <pc:docMk/>
            <pc:sldMk cId="3497295452" sldId="263"/>
            <ac:spMk id="7" creationId="{7B71BA66-F524-4D93-E884-A76445AEBC0E}"/>
          </ac:spMkLst>
        </pc:spChg>
        <pc:picChg chg="add del mod">
          <ac:chgData name="SHIN HYUN KIL" userId="d5bffe1d-586f-4b28-9005-eb11788ec385" providerId="ADAL" clId="{28E738DF-29E1-46A8-86AB-86F3687E81D9}" dt="2026-03-03T20:07:53.305" v="1240" actId="478"/>
          <ac:picMkLst>
            <pc:docMk/>
            <pc:sldMk cId="3497295452" sldId="263"/>
            <ac:picMk id="8" creationId="{05BB9BF5-94DE-35C0-7B51-1A4E9682FC9D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16:40.591" v="1312" actId="962"/>
        <pc:sldMkLst>
          <pc:docMk/>
          <pc:sldMk cId="1022186794" sldId="264"/>
        </pc:sldMkLst>
        <pc:spChg chg="del">
          <ac:chgData name="SHIN HYUN KIL" userId="d5bffe1d-586f-4b28-9005-eb11788ec385" providerId="ADAL" clId="{28E738DF-29E1-46A8-86AB-86F3687E81D9}" dt="2026-03-03T20:11:22.637" v="1303" actId="478"/>
          <ac:spMkLst>
            <pc:docMk/>
            <pc:sldMk cId="1022186794" sldId="264"/>
            <ac:spMk id="2" creationId="{2FBFBF95-32C0-B924-B3E2-4FCEEB999FD5}"/>
          </ac:spMkLst>
        </pc:spChg>
        <pc:spChg chg="del">
          <ac:chgData name="SHIN HYUN KIL" userId="d5bffe1d-586f-4b28-9005-eb11788ec385" providerId="ADAL" clId="{28E738DF-29E1-46A8-86AB-86F3687E81D9}" dt="2026-03-03T20:11:22.637" v="1303" actId="478"/>
          <ac:spMkLst>
            <pc:docMk/>
            <pc:sldMk cId="1022186794" sldId="264"/>
            <ac:spMk id="3" creationId="{A0761380-C8AE-5AEA-0512-C0116031E0EC}"/>
          </ac:spMkLst>
        </pc:spChg>
        <pc:picChg chg="add del mod ord">
          <ac:chgData name="SHIN HYUN KIL" userId="d5bffe1d-586f-4b28-9005-eb11788ec385" providerId="ADAL" clId="{28E738DF-29E1-46A8-86AB-86F3687E81D9}" dt="2026-03-03T20:16:39.163" v="1309" actId="478"/>
          <ac:picMkLst>
            <pc:docMk/>
            <pc:sldMk cId="1022186794" sldId="264"/>
            <ac:picMk id="4" creationId="{CFDA9C64-B7A9-0DF4-D466-87087FB34F32}"/>
          </ac:picMkLst>
        </pc:picChg>
        <pc:picChg chg="add del mod">
          <ac:chgData name="SHIN HYUN KIL" userId="d5bffe1d-586f-4b28-9005-eb11788ec385" providerId="ADAL" clId="{28E738DF-29E1-46A8-86AB-86F3687E81D9}" dt="2026-03-03T20:16:37.480" v="1308" actId="478"/>
          <ac:picMkLst>
            <pc:docMk/>
            <pc:sldMk cId="1022186794" sldId="264"/>
            <ac:picMk id="5" creationId="{ED0F7476-43A9-56D8-85E8-4CC0B3119E1C}"/>
          </ac:picMkLst>
        </pc:picChg>
        <pc:picChg chg="add mod">
          <ac:chgData name="SHIN HYUN KIL" userId="d5bffe1d-586f-4b28-9005-eb11788ec385" providerId="ADAL" clId="{28E738DF-29E1-46A8-86AB-86F3687E81D9}" dt="2026-03-03T20:16:40.591" v="1312" actId="962"/>
          <ac:picMkLst>
            <pc:docMk/>
            <pc:sldMk cId="1022186794" sldId="264"/>
            <ac:picMk id="7" creationId="{2EDC2D7F-5B1E-1E53-6015-D5D3FEA0B55C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17:14.396" v="1317" actId="962"/>
        <pc:sldMkLst>
          <pc:docMk/>
          <pc:sldMk cId="132722688" sldId="265"/>
        </pc:sldMkLst>
        <pc:spChg chg="del">
          <ac:chgData name="SHIN HYUN KIL" userId="d5bffe1d-586f-4b28-9005-eb11788ec385" providerId="ADAL" clId="{28E738DF-29E1-46A8-86AB-86F3687E81D9}" dt="2026-03-03T20:17:11.298" v="1314" actId="478"/>
          <ac:spMkLst>
            <pc:docMk/>
            <pc:sldMk cId="132722688" sldId="265"/>
            <ac:spMk id="2" creationId="{EA1939CF-4C59-F184-48FA-F1F47A7C6237}"/>
          </ac:spMkLst>
        </pc:spChg>
        <pc:spChg chg="del">
          <ac:chgData name="SHIN HYUN KIL" userId="d5bffe1d-586f-4b28-9005-eb11788ec385" providerId="ADAL" clId="{28E738DF-29E1-46A8-86AB-86F3687E81D9}" dt="2026-03-03T20:17:11.298" v="1314" actId="478"/>
          <ac:spMkLst>
            <pc:docMk/>
            <pc:sldMk cId="132722688" sldId="265"/>
            <ac:spMk id="3" creationId="{7A9C30C8-D5A1-D0C1-2C0E-DB62F92BE2CE}"/>
          </ac:spMkLst>
        </pc:spChg>
        <pc:picChg chg="add mod">
          <ac:chgData name="SHIN HYUN KIL" userId="d5bffe1d-586f-4b28-9005-eb11788ec385" providerId="ADAL" clId="{28E738DF-29E1-46A8-86AB-86F3687E81D9}" dt="2026-03-03T20:17:14.396" v="1317" actId="962"/>
          <ac:picMkLst>
            <pc:docMk/>
            <pc:sldMk cId="132722688" sldId="265"/>
            <ac:picMk id="5" creationId="{65067A03-AAAC-85C9-6112-CDD554CC13AF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22:48.107" v="1615" actId="20577"/>
        <pc:sldMkLst>
          <pc:docMk/>
          <pc:sldMk cId="4057742684" sldId="266"/>
        </pc:sldMkLst>
        <pc:spChg chg="mod">
          <ac:chgData name="SHIN HYUN KIL" userId="d5bffe1d-586f-4b28-9005-eb11788ec385" providerId="ADAL" clId="{28E738DF-29E1-46A8-86AB-86F3687E81D9}" dt="2026-03-03T20:21:42.396" v="1523" actId="20577"/>
          <ac:spMkLst>
            <pc:docMk/>
            <pc:sldMk cId="4057742684" sldId="266"/>
            <ac:spMk id="2" creationId="{9C517C61-C544-FA49-8836-976905F2A6C9}"/>
          </ac:spMkLst>
        </pc:spChg>
        <pc:spChg chg="del">
          <ac:chgData name="SHIN HYUN KIL" userId="d5bffe1d-586f-4b28-9005-eb11788ec385" providerId="ADAL" clId="{28E738DF-29E1-46A8-86AB-86F3687E81D9}" dt="2026-03-03T20:21:45.689" v="1524" actId="478"/>
          <ac:spMkLst>
            <pc:docMk/>
            <pc:sldMk cId="4057742684" sldId="266"/>
            <ac:spMk id="3" creationId="{D3FBA47A-FF3F-E78E-3E67-CC485D042593}"/>
          </ac:spMkLst>
        </pc:spChg>
        <pc:spChg chg="add mod">
          <ac:chgData name="SHIN HYUN KIL" userId="d5bffe1d-586f-4b28-9005-eb11788ec385" providerId="ADAL" clId="{28E738DF-29E1-46A8-86AB-86F3687E81D9}" dt="2026-03-03T20:21:11.130" v="1458"/>
          <ac:spMkLst>
            <pc:docMk/>
            <pc:sldMk cId="4057742684" sldId="266"/>
            <ac:spMk id="6" creationId="{EA8D2CEF-E181-689B-6E27-4FEB59F7B3DA}"/>
          </ac:spMkLst>
        </pc:spChg>
        <pc:spChg chg="add mod">
          <ac:chgData name="SHIN HYUN KIL" userId="d5bffe1d-586f-4b28-9005-eb11788ec385" providerId="ADAL" clId="{28E738DF-29E1-46A8-86AB-86F3687E81D9}" dt="2026-03-03T20:22:48.107" v="1615" actId="20577"/>
          <ac:spMkLst>
            <pc:docMk/>
            <pc:sldMk cId="4057742684" sldId="266"/>
            <ac:spMk id="7" creationId="{0B8863A5-FA89-20A8-3A2F-FA5C84CDB4B9}"/>
          </ac:spMkLst>
        </pc:spChg>
        <pc:spChg chg="add mod">
          <ac:chgData name="SHIN HYUN KIL" userId="d5bffe1d-586f-4b28-9005-eb11788ec385" providerId="ADAL" clId="{28E738DF-29E1-46A8-86AB-86F3687E81D9}" dt="2026-03-03T20:22:38.249" v="1607" actId="20577"/>
          <ac:spMkLst>
            <pc:docMk/>
            <pc:sldMk cId="4057742684" sldId="266"/>
            <ac:spMk id="8" creationId="{4B68ADC2-148C-BCB8-E1D4-77A2819482D7}"/>
          </ac:spMkLst>
        </pc:spChg>
        <pc:picChg chg="add mod">
          <ac:chgData name="SHIN HYUN KIL" userId="d5bffe1d-586f-4b28-9005-eb11788ec385" providerId="ADAL" clId="{28E738DF-29E1-46A8-86AB-86F3687E81D9}" dt="2026-03-03T20:21:32.683" v="1471" actId="1076"/>
          <ac:picMkLst>
            <pc:docMk/>
            <pc:sldMk cId="4057742684" sldId="266"/>
            <ac:picMk id="5" creationId="{38959531-B001-815E-6AD2-FC83EFA02666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3T20:25:27.869" v="1692" actId="20577"/>
        <pc:sldMkLst>
          <pc:docMk/>
          <pc:sldMk cId="3093239966" sldId="267"/>
        </pc:sldMkLst>
        <pc:spChg chg="del">
          <ac:chgData name="SHIN HYUN KIL" userId="d5bffe1d-586f-4b28-9005-eb11788ec385" providerId="ADAL" clId="{28E738DF-29E1-46A8-86AB-86F3687E81D9}" dt="2026-03-03T20:23:12.481" v="1617" actId="478"/>
          <ac:spMkLst>
            <pc:docMk/>
            <pc:sldMk cId="3093239966" sldId="267"/>
            <ac:spMk id="2" creationId="{637C6D24-70EC-051D-EDD6-B7E83EE35572}"/>
          </ac:spMkLst>
        </pc:spChg>
        <pc:spChg chg="del">
          <ac:chgData name="SHIN HYUN KIL" userId="d5bffe1d-586f-4b28-9005-eb11788ec385" providerId="ADAL" clId="{28E738DF-29E1-46A8-86AB-86F3687E81D9}" dt="2026-03-03T20:23:12.481" v="1617" actId="478"/>
          <ac:spMkLst>
            <pc:docMk/>
            <pc:sldMk cId="3093239966" sldId="267"/>
            <ac:spMk id="3" creationId="{9CF216A6-CED5-220C-92D6-D6EA536FB72E}"/>
          </ac:spMkLst>
        </pc:spChg>
        <pc:spChg chg="add mod">
          <ac:chgData name="SHIN HYUN KIL" userId="d5bffe1d-586f-4b28-9005-eb11788ec385" providerId="ADAL" clId="{28E738DF-29E1-46A8-86AB-86F3687E81D9}" dt="2026-03-03T20:25:27.869" v="1692" actId="20577"/>
          <ac:spMkLst>
            <pc:docMk/>
            <pc:sldMk cId="3093239966" sldId="267"/>
            <ac:spMk id="7" creationId="{50911BC1-771F-6C73-B809-BBD719904DB4}"/>
          </ac:spMkLst>
        </pc:spChg>
        <pc:picChg chg="add mod">
          <ac:chgData name="SHIN HYUN KIL" userId="d5bffe1d-586f-4b28-9005-eb11788ec385" providerId="ADAL" clId="{28E738DF-29E1-46A8-86AB-86F3687E81D9}" dt="2026-03-03T20:25:10.149" v="1633" actId="1035"/>
          <ac:picMkLst>
            <pc:docMk/>
            <pc:sldMk cId="3093239966" sldId="267"/>
            <ac:picMk id="5" creationId="{AB6FD4A4-7CAB-E010-791F-89CD00EA5679}"/>
          </ac:picMkLst>
        </pc:picChg>
        <pc:picChg chg="add mod modCrop">
          <ac:chgData name="SHIN HYUN KIL" userId="d5bffe1d-586f-4b28-9005-eb11788ec385" providerId="ADAL" clId="{28E738DF-29E1-46A8-86AB-86F3687E81D9}" dt="2026-03-03T20:25:23.742" v="1672" actId="1036"/>
          <ac:picMkLst>
            <pc:docMk/>
            <pc:sldMk cId="3093239966" sldId="267"/>
            <ac:picMk id="6" creationId="{AF118208-8332-CF77-4CFE-0FB08FAF8F9A}"/>
          </ac:picMkLst>
        </pc:picChg>
      </pc:sldChg>
      <pc:sldChg chg="addSp delSp modSp new mod ord">
        <pc:chgData name="SHIN HYUN KIL" userId="d5bffe1d-586f-4b28-9005-eb11788ec385" providerId="ADAL" clId="{28E738DF-29E1-46A8-86AB-86F3687E81D9}" dt="2026-03-03T20:24:58.835" v="1632"/>
        <pc:sldMkLst>
          <pc:docMk/>
          <pc:sldMk cId="3697906381" sldId="268"/>
        </pc:sldMkLst>
        <pc:spChg chg="del">
          <ac:chgData name="SHIN HYUN KIL" userId="d5bffe1d-586f-4b28-9005-eb11788ec385" providerId="ADAL" clId="{28E738DF-29E1-46A8-86AB-86F3687E81D9}" dt="2026-03-03T20:24:50.128" v="1627" actId="478"/>
          <ac:spMkLst>
            <pc:docMk/>
            <pc:sldMk cId="3697906381" sldId="268"/>
            <ac:spMk id="2" creationId="{3842ECBE-9EE5-AADC-22BC-670C171D5C24}"/>
          </ac:spMkLst>
        </pc:spChg>
        <pc:spChg chg="del">
          <ac:chgData name="SHIN HYUN KIL" userId="d5bffe1d-586f-4b28-9005-eb11788ec385" providerId="ADAL" clId="{28E738DF-29E1-46A8-86AB-86F3687E81D9}" dt="2026-03-03T20:24:50.128" v="1627" actId="478"/>
          <ac:spMkLst>
            <pc:docMk/>
            <pc:sldMk cId="3697906381" sldId="268"/>
            <ac:spMk id="3" creationId="{304D3604-F57C-D17A-5597-7F8F59C58793}"/>
          </ac:spMkLst>
        </pc:spChg>
        <pc:picChg chg="add mod">
          <ac:chgData name="SHIN HYUN KIL" userId="d5bffe1d-586f-4b28-9005-eb11788ec385" providerId="ADAL" clId="{28E738DF-29E1-46A8-86AB-86F3687E81D9}" dt="2026-03-03T20:24:51.132" v="1630" actId="962"/>
          <ac:picMkLst>
            <pc:docMk/>
            <pc:sldMk cId="3697906381" sldId="268"/>
            <ac:picMk id="5" creationId="{696CEF33-38F4-B60F-9993-CD691D55D471}"/>
          </ac:picMkLst>
        </pc:picChg>
      </pc:sldChg>
      <pc:sldChg chg="modSp new mod">
        <pc:chgData name="SHIN HYUN KIL" userId="d5bffe1d-586f-4b28-9005-eb11788ec385" providerId="ADAL" clId="{28E738DF-29E1-46A8-86AB-86F3687E81D9}" dt="2026-03-03T20:32:58.510" v="1723" actId="20577"/>
        <pc:sldMkLst>
          <pc:docMk/>
          <pc:sldMk cId="3776982989" sldId="269"/>
        </pc:sldMkLst>
        <pc:spChg chg="mod">
          <ac:chgData name="SHIN HYUN KIL" userId="d5bffe1d-586f-4b28-9005-eb11788ec385" providerId="ADAL" clId="{28E738DF-29E1-46A8-86AB-86F3687E81D9}" dt="2026-03-03T20:32:58.510" v="1723" actId="20577"/>
          <ac:spMkLst>
            <pc:docMk/>
            <pc:sldMk cId="3776982989" sldId="269"/>
            <ac:spMk id="2" creationId="{7DF54A8B-F136-5FD0-66D0-7FB0AFFE028D}"/>
          </ac:spMkLst>
        </pc:spChg>
      </pc:sldChg>
      <pc:sldChg chg="modSp new mod">
        <pc:chgData name="SHIN HYUN KIL" userId="d5bffe1d-586f-4b28-9005-eb11788ec385" providerId="ADAL" clId="{28E738DF-29E1-46A8-86AB-86F3687E81D9}" dt="2026-03-03T20:33:07.166" v="1754" actId="20577"/>
        <pc:sldMkLst>
          <pc:docMk/>
          <pc:sldMk cId="474426638" sldId="270"/>
        </pc:sldMkLst>
        <pc:spChg chg="mod">
          <ac:chgData name="SHIN HYUN KIL" userId="d5bffe1d-586f-4b28-9005-eb11788ec385" providerId="ADAL" clId="{28E738DF-29E1-46A8-86AB-86F3687E81D9}" dt="2026-03-03T20:33:07.166" v="1754" actId="20577"/>
          <ac:spMkLst>
            <pc:docMk/>
            <pc:sldMk cId="474426638" sldId="270"/>
            <ac:spMk id="2" creationId="{C1E1C719-C1AC-55E6-85BA-FDF0E0025178}"/>
          </ac:spMkLst>
        </pc:spChg>
      </pc:sldChg>
    </pc:docChg>
  </pc:docChgLst>
  <pc:docChgLst>
    <pc:chgData name="SHIN HYUN KIL" userId="d5bffe1d-586f-4b28-9005-eb11788ec385" providerId="ADAL" clId="{6C1A8A0D-D972-47A0-9A3C-10FC4A7F8ADF}"/>
    <pc:docChg chg="custSel addSld delSld modSld">
      <pc:chgData name="SHIN HYUN KIL" userId="d5bffe1d-586f-4b28-9005-eb11788ec385" providerId="ADAL" clId="{6C1A8A0D-D972-47A0-9A3C-10FC4A7F8ADF}" dt="2026-03-05T00:28:50.715" v="746" actId="47"/>
      <pc:docMkLst>
        <pc:docMk/>
      </pc:docMkLst>
      <pc:sldChg chg="addSp modSp mod">
        <pc:chgData name="SHIN HYUN KIL" userId="d5bffe1d-586f-4b28-9005-eb11788ec385" providerId="ADAL" clId="{6C1A8A0D-D972-47A0-9A3C-10FC4A7F8ADF}" dt="2026-03-04T02:20:25.851" v="42" actId="20577"/>
        <pc:sldMkLst>
          <pc:docMk/>
          <pc:sldMk cId="2069188560" sldId="262"/>
        </pc:sldMkLst>
        <pc:spChg chg="add mod">
          <ac:chgData name="SHIN HYUN KIL" userId="d5bffe1d-586f-4b28-9005-eb11788ec385" providerId="ADAL" clId="{6C1A8A0D-D972-47A0-9A3C-10FC4A7F8ADF}" dt="2026-03-04T02:20:25.851" v="42" actId="20577"/>
          <ac:spMkLst>
            <pc:docMk/>
            <pc:sldMk cId="2069188560" sldId="262"/>
            <ac:spMk id="2" creationId="{24F43D57-16F2-510D-AF92-1E78B13A1DDD}"/>
          </ac:spMkLst>
        </pc:spChg>
        <pc:picChg chg="mod">
          <ac:chgData name="SHIN HYUN KIL" userId="d5bffe1d-586f-4b28-9005-eb11788ec385" providerId="ADAL" clId="{6C1A8A0D-D972-47A0-9A3C-10FC4A7F8ADF}" dt="2026-03-04T02:20:18.085" v="2" actId="1076"/>
          <ac:picMkLst>
            <pc:docMk/>
            <pc:sldMk cId="2069188560" sldId="262"/>
            <ac:picMk id="5" creationId="{AC85B8CB-CEFA-6015-6C67-3EF7CA94332D}"/>
          </ac:picMkLst>
        </pc:picChg>
      </pc:sldChg>
      <pc:sldChg chg="addSp modSp mod">
        <pc:chgData name="SHIN HYUN KIL" userId="d5bffe1d-586f-4b28-9005-eb11788ec385" providerId="ADAL" clId="{6C1A8A0D-D972-47A0-9A3C-10FC4A7F8ADF}" dt="2026-03-04T02:22:27.064" v="48" actId="2710"/>
        <pc:sldMkLst>
          <pc:docMk/>
          <pc:sldMk cId="3093239966" sldId="267"/>
        </pc:sldMkLst>
        <pc:spChg chg="add mod">
          <ac:chgData name="SHIN HYUN KIL" userId="d5bffe1d-586f-4b28-9005-eb11788ec385" providerId="ADAL" clId="{6C1A8A0D-D972-47A0-9A3C-10FC4A7F8ADF}" dt="2026-03-04T02:22:27.064" v="48" actId="2710"/>
          <ac:spMkLst>
            <pc:docMk/>
            <pc:sldMk cId="3093239966" sldId="267"/>
            <ac:spMk id="2" creationId="{D4CD17DC-09BE-5736-D100-3B42E2DD599E}"/>
          </ac:spMkLst>
        </pc:spChg>
      </pc:sldChg>
      <pc:sldChg chg="del">
        <pc:chgData name="SHIN HYUN KIL" userId="d5bffe1d-586f-4b28-9005-eb11788ec385" providerId="ADAL" clId="{6C1A8A0D-D972-47A0-9A3C-10FC4A7F8ADF}" dt="2026-03-04T02:23:21.900" v="50" actId="47"/>
        <pc:sldMkLst>
          <pc:docMk/>
          <pc:sldMk cId="3776982989" sldId="269"/>
        </pc:sldMkLst>
      </pc:sldChg>
      <pc:sldChg chg="modSp mod">
        <pc:chgData name="SHIN HYUN KIL" userId="d5bffe1d-586f-4b28-9005-eb11788ec385" providerId="ADAL" clId="{6C1A8A0D-D972-47A0-9A3C-10FC4A7F8ADF}" dt="2026-03-04T02:30:50.796" v="740" actId="20577"/>
        <pc:sldMkLst>
          <pc:docMk/>
          <pc:sldMk cId="474426638" sldId="270"/>
        </pc:sldMkLst>
        <pc:spChg chg="mod">
          <ac:chgData name="SHIN HYUN KIL" userId="d5bffe1d-586f-4b28-9005-eb11788ec385" providerId="ADAL" clId="{6C1A8A0D-D972-47A0-9A3C-10FC4A7F8ADF}" dt="2026-03-04T02:30:50.796" v="740" actId="20577"/>
          <ac:spMkLst>
            <pc:docMk/>
            <pc:sldMk cId="474426638" sldId="270"/>
            <ac:spMk id="2" creationId="{C1E1C719-C1AC-55E6-85BA-FDF0E0025178}"/>
          </ac:spMkLst>
        </pc:spChg>
        <pc:spChg chg="mod">
          <ac:chgData name="SHIN HYUN KIL" userId="d5bffe1d-586f-4b28-9005-eb11788ec385" providerId="ADAL" clId="{6C1A8A0D-D972-47A0-9A3C-10FC4A7F8ADF}" dt="2026-03-04T02:30:44.734" v="739" actId="20577"/>
          <ac:spMkLst>
            <pc:docMk/>
            <pc:sldMk cId="474426638" sldId="270"/>
            <ac:spMk id="3" creationId="{D6388528-DFA1-2A74-1021-0197143895FE}"/>
          </ac:spMkLst>
        </pc:spChg>
      </pc:sldChg>
      <pc:sldChg chg="add">
        <pc:chgData name="SHIN HYUN KIL" userId="d5bffe1d-586f-4b28-9005-eb11788ec385" providerId="ADAL" clId="{6C1A8A0D-D972-47A0-9A3C-10FC4A7F8ADF}" dt="2026-03-04T02:23:19.094" v="49"/>
        <pc:sldMkLst>
          <pc:docMk/>
          <pc:sldMk cId="1032506721" sldId="17877"/>
        </pc:sldMkLst>
      </pc:sldChg>
      <pc:sldChg chg="add">
        <pc:chgData name="SHIN HYUN KIL" userId="d5bffe1d-586f-4b28-9005-eb11788ec385" providerId="ADAL" clId="{6C1A8A0D-D972-47A0-9A3C-10FC4A7F8ADF}" dt="2026-03-04T02:23:19.094" v="49"/>
        <pc:sldMkLst>
          <pc:docMk/>
          <pc:sldMk cId="833893173" sldId="17878"/>
        </pc:sldMkLst>
      </pc:sldChg>
      <pc:sldChg chg="add">
        <pc:chgData name="SHIN HYUN KIL" userId="d5bffe1d-586f-4b28-9005-eb11788ec385" providerId="ADAL" clId="{6C1A8A0D-D972-47A0-9A3C-10FC4A7F8ADF}" dt="2026-03-04T02:23:19.094" v="49"/>
        <pc:sldMkLst>
          <pc:docMk/>
          <pc:sldMk cId="27784088" sldId="17879"/>
        </pc:sldMkLst>
      </pc:sldChg>
      <pc:sldChg chg="modSp add mod">
        <pc:chgData name="SHIN HYUN KIL" userId="d5bffe1d-586f-4b28-9005-eb11788ec385" providerId="ADAL" clId="{6C1A8A0D-D972-47A0-9A3C-10FC4A7F8ADF}" dt="2026-03-04T02:24:25.228" v="84" actId="20577"/>
        <pc:sldMkLst>
          <pc:docMk/>
          <pc:sldMk cId="727551401" sldId="17880"/>
        </pc:sldMkLst>
        <pc:spChg chg="mod">
          <ac:chgData name="SHIN HYUN KIL" userId="d5bffe1d-586f-4b28-9005-eb11788ec385" providerId="ADAL" clId="{6C1A8A0D-D972-47A0-9A3C-10FC4A7F8ADF}" dt="2026-03-04T02:24:25.228" v="84" actId="20577"/>
          <ac:spMkLst>
            <pc:docMk/>
            <pc:sldMk cId="727551401" sldId="17880"/>
            <ac:spMk id="6" creationId="{EB3291B9-21E0-BCD4-BCE5-00FD8396357E}"/>
          </ac:spMkLst>
        </pc:spChg>
      </pc:sldChg>
      <pc:sldChg chg="modSp add mod">
        <pc:chgData name="SHIN HYUN KIL" userId="d5bffe1d-586f-4b28-9005-eb11788ec385" providerId="ADAL" clId="{6C1A8A0D-D972-47A0-9A3C-10FC4A7F8ADF}" dt="2026-03-04T02:24:08.538" v="68" actId="20577"/>
        <pc:sldMkLst>
          <pc:docMk/>
          <pc:sldMk cId="860696968" sldId="17882"/>
        </pc:sldMkLst>
        <pc:spChg chg="mod">
          <ac:chgData name="SHIN HYUN KIL" userId="d5bffe1d-586f-4b28-9005-eb11788ec385" providerId="ADAL" clId="{6C1A8A0D-D972-47A0-9A3C-10FC4A7F8ADF}" dt="2026-03-04T02:24:08.538" v="68" actId="20577"/>
          <ac:spMkLst>
            <pc:docMk/>
            <pc:sldMk cId="860696968" sldId="17882"/>
            <ac:spMk id="6" creationId="{A3CB4705-5EFA-A103-BD51-0A8F38AFBACA}"/>
          </ac:spMkLst>
        </pc:spChg>
      </pc:sldChg>
      <pc:sldChg chg="add">
        <pc:chgData name="SHIN HYUN KIL" userId="d5bffe1d-586f-4b28-9005-eb11788ec385" providerId="ADAL" clId="{6C1A8A0D-D972-47A0-9A3C-10FC4A7F8ADF}" dt="2026-03-04T02:26:00.675" v="120"/>
        <pc:sldMkLst>
          <pc:docMk/>
          <pc:sldMk cId="1356721781" sldId="17883"/>
        </pc:sldMkLst>
      </pc:sldChg>
      <pc:sldChg chg="addSp delSp modSp new del mod">
        <pc:chgData name="SHIN HYUN KIL" userId="d5bffe1d-586f-4b28-9005-eb11788ec385" providerId="ADAL" clId="{6C1A8A0D-D972-47A0-9A3C-10FC4A7F8ADF}" dt="2026-03-05T00:28:50.715" v="746" actId="47"/>
        <pc:sldMkLst>
          <pc:docMk/>
          <pc:sldMk cId="694747767" sldId="17884"/>
        </pc:sldMkLst>
        <pc:spChg chg="del">
          <ac:chgData name="SHIN HYUN KIL" userId="d5bffe1d-586f-4b28-9005-eb11788ec385" providerId="ADAL" clId="{6C1A8A0D-D972-47A0-9A3C-10FC4A7F8ADF}" dt="2026-03-05T00:28:05.836" v="742" actId="478"/>
          <ac:spMkLst>
            <pc:docMk/>
            <pc:sldMk cId="694747767" sldId="17884"/>
            <ac:spMk id="2" creationId="{C3261F16-C786-7014-1011-81F40D2D40CA}"/>
          </ac:spMkLst>
        </pc:spChg>
        <pc:spChg chg="del">
          <ac:chgData name="SHIN HYUN KIL" userId="d5bffe1d-586f-4b28-9005-eb11788ec385" providerId="ADAL" clId="{6C1A8A0D-D972-47A0-9A3C-10FC4A7F8ADF}" dt="2026-03-05T00:28:05.836" v="742" actId="478"/>
          <ac:spMkLst>
            <pc:docMk/>
            <pc:sldMk cId="694747767" sldId="17884"/>
            <ac:spMk id="3" creationId="{D48760FE-139C-2292-E0E4-D9C84D1EC001}"/>
          </ac:spMkLst>
        </pc:spChg>
        <pc:picChg chg="add del mod">
          <ac:chgData name="SHIN HYUN KIL" userId="d5bffe1d-586f-4b28-9005-eb11788ec385" providerId="ADAL" clId="{6C1A8A0D-D972-47A0-9A3C-10FC4A7F8ADF}" dt="2026-03-05T00:28:49.010" v="745" actId="21"/>
          <ac:picMkLst>
            <pc:docMk/>
            <pc:sldMk cId="694747767" sldId="17884"/>
            <ac:picMk id="1026" creationId="{F1638007-56DB-B8AF-812B-26B51E9866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AAC91-9D93-4367-A271-07175155F3B4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79D38-7415-4395-AA96-B2EFEF1112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84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6DDD4-1C70-A3BA-A48C-C2E94C34A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385B47-11F3-F2DD-583A-6B71CE53F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51DBA-968A-DEA9-D58E-3ACB8203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7ADA1-1457-2ECB-1BBA-696C8B9A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BE6A8-BC77-BBF6-DFC8-3444CB8C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29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7A4913-8134-ACF6-8791-100E9D91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438A6-EB9F-620E-9E88-BF8BF794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972D2-334F-E3F8-4E5B-2B997EBE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4415F-B0D6-7BC4-EFF0-C9ADC4CB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A37AD-FA9C-C4A1-82B5-BAF63EC3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314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95422-5AA8-04D2-57FC-4D1AC841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29AA3F-4E82-3060-BEFB-FDB0B9319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FA07F-E468-CF71-EB01-00AA846D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F71766-44DB-08CD-5508-8DC36E5D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AF0CEC-0482-A61D-F3BB-A8BF9667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02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666E1-CE7F-8714-2964-E578DBFD3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4B2EE-4B3A-155D-C803-7A3AB47986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7EEFA7-745B-D77A-2CED-55F5B21B2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7D47D1-C981-9A33-0B0B-7B2BE448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B0A637-BB33-0EAA-195B-077B6C7B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DEA0E2-5C2B-E397-F08C-88432F1E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30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6BFC8-564D-AF9B-9D39-64ABBAC7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26411-81F3-DB55-5945-26AE08C6A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9F460A-84CF-AEDA-CFAF-57FAF2CD5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17E3246-224F-AA79-F2C4-71136BA8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76C53D-E704-CB99-610B-069A98E13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BE7153-EAE6-4F91-046B-C737BBBA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580EAC-E9E9-72B6-9AF0-ED90329AB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F193E6-2C5E-B714-86BE-100E9893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36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B600F-1A7F-35AE-895F-881FE37E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2C976C-D16C-F97A-5092-39898E70A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5FF148-A76D-58BC-0E67-C53CB1714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91BF1B-3958-BDD9-BBB5-62E6C415D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82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BB2F3F-CF1A-5820-68C8-5E4087C91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436CBE-AC63-3A51-DC23-1CD7C7F2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38EE06-ECAD-3F85-47F6-F6BAFAF9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00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95B7A-E6EC-CEEF-E28E-D861AF40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1140F-1DF5-2760-BDFC-C2D32F067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E94A7B-19C0-CBDD-405C-0A82F8D73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27B8E3-F0BB-38E3-0FDC-8594CD379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AD2C19-62C7-C5E3-6F5A-23C229BA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CB58D-A183-D302-A969-5C57B4BB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05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48FF3-AD31-6E90-A13A-E2AE10EC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C0E9DD-A1D2-E47E-DC22-444702ADF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C7294C-D726-B9CA-58A7-1BE332E31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FEA372-3936-6B7C-FC71-16924771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8A30B7-F277-3227-4F12-AB1E655F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5FC623-FB8A-D39E-949C-6BE7DDA7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366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4FE11-5C2F-1E87-6494-8A90315C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517AD6-D194-A4BA-4384-67D06AA9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69FDB-328E-FBAF-AB63-B0D5CDEB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929549-B6A2-978A-9449-E4A4B394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D909A-FF5D-296A-09C0-29BE3575B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014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825368-568B-7B4C-F5D3-99E8E4813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9EFB52-D797-0796-F812-2776E9D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6156D6-1FC1-13A5-A8D7-EC664C94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7A60E2-040B-1435-0BF9-61D18E51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CA7828-2524-192A-35E9-D91EB4F9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69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CF8C464-8F2E-17B6-3789-85BF72474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06F812-4475-1245-3D94-9BAC29E0F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8BC66-A09D-09C7-9057-455C4C55A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97220-5664-4A33-B635-C471DA6629A3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92DA3-E1F8-C7D0-44A0-521B2715E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EFB9B7-9A14-6E58-CBF7-2342647FF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FBF39-0D77-4995-9ED6-7E40978041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5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603333" y="0"/>
            <a:ext cx="7173200" cy="37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ko" altLang="en-US" sz="6107"/>
              <a:t>기계학습</a:t>
            </a:r>
            <a:endParaRPr sz="6107"/>
          </a:p>
          <a:p>
            <a:pPr>
              <a:spcBef>
                <a:spcPts val="0"/>
              </a:spcBef>
              <a:buSzPts val="990"/>
            </a:pPr>
            <a:r>
              <a:rPr lang="en-US" altLang="ko" sz="6107"/>
              <a:t>(Machine learning)</a:t>
            </a:r>
            <a:endParaRPr sz="6107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03200" y="3778833"/>
            <a:ext cx="7173200" cy="307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"/>
              <a:t>AI 신약학과</a:t>
            </a:r>
            <a:endParaRPr/>
          </a:p>
          <a:p>
            <a:pPr>
              <a:spcBef>
                <a:spcPts val="0"/>
              </a:spcBef>
            </a:pPr>
            <a:endParaRPr/>
          </a:p>
          <a:p>
            <a:pPr>
              <a:spcBef>
                <a:spcPts val="0"/>
              </a:spcBef>
            </a:pPr>
            <a:r>
              <a:rPr lang="ko"/>
              <a:t>신현길</a:t>
            </a:r>
            <a:endParaRPr/>
          </a:p>
        </p:txBody>
      </p:sp>
      <p:pic>
        <p:nvPicPr>
          <p:cNvPr id="56" name="Google Shape;56;p13" title="machine_learning_model_toxicity_predic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5" y="1"/>
            <a:ext cx="460331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85B8CB-CEFA-6015-6C67-3EF7CA94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3090"/>
            <a:ext cx="12192000" cy="44615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F43D57-16F2-510D-AF92-1E78B13A1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명령어 </a:t>
            </a:r>
            <a:r>
              <a:rPr lang="en-US" altLang="ko-KR" dirty="0"/>
              <a:t>(bash, python)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18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B5CF6-717A-668D-9241-4F56DA98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코딩을 배운다는 것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04398-E64E-4202-7DCE-6F9BD1972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681"/>
            <a:ext cx="10515600" cy="517955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예전에는 직접 알고리즘을 작성하는 것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최근에는 남이 작성한 알고리즘을 잘 활용하는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남이 작성한 코드</a:t>
            </a:r>
            <a:r>
              <a:rPr lang="en-US" altLang="ko-KR" dirty="0"/>
              <a:t>: </a:t>
            </a:r>
            <a:r>
              <a:rPr lang="ko-KR" altLang="en-US" dirty="0"/>
              <a:t>라이브러리 </a:t>
            </a:r>
            <a:r>
              <a:rPr lang="en-US" altLang="ko-KR" dirty="0"/>
              <a:t>(import OOOO)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수업에서 사용하게 될 라이브러리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Pandas (csv </a:t>
            </a:r>
            <a:r>
              <a:rPr lang="ko-KR" altLang="en-US" dirty="0"/>
              <a:t>파일 처리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RDKit</a:t>
            </a:r>
            <a:r>
              <a:rPr lang="en-US" altLang="ko-KR" dirty="0"/>
              <a:t> (</a:t>
            </a:r>
            <a:r>
              <a:rPr lang="ko-KR" altLang="en-US" dirty="0"/>
              <a:t>분자 구조 분석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Scikit-learn (</a:t>
            </a:r>
            <a:r>
              <a:rPr lang="ko-KR" altLang="en-US" dirty="0"/>
              <a:t>기계학습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Matplotlib (</a:t>
            </a:r>
            <a:r>
              <a:rPr lang="ko-KR" altLang="en-US" dirty="0"/>
              <a:t>시각화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Optuna</a:t>
            </a:r>
            <a:r>
              <a:rPr lang="en-US" altLang="ko-KR" dirty="0"/>
              <a:t> (hyperparameter </a:t>
            </a:r>
            <a:r>
              <a:rPr lang="ko-KR" altLang="en-US" dirty="0"/>
              <a:t>최적화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913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13AA6-947F-0144-937E-5DD6D3D2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의존성 </a:t>
            </a:r>
            <a:r>
              <a:rPr lang="en-US" altLang="ko-KR" dirty="0"/>
              <a:t>(library dependency)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893BDB-8921-7337-9416-2B6A768FF882}"/>
              </a:ext>
            </a:extLst>
          </p:cNvPr>
          <p:cNvSpPr/>
          <p:nvPr/>
        </p:nvSpPr>
        <p:spPr>
          <a:xfrm>
            <a:off x="699608" y="1742883"/>
            <a:ext cx="5056816" cy="4749992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Python</a:t>
            </a:r>
          </a:p>
          <a:p>
            <a:endParaRPr lang="en-US" altLang="ko-KR" sz="2800" dirty="0"/>
          </a:p>
          <a:p>
            <a:pPr marL="342900" indent="-342900">
              <a:buAutoNum type="arabicPeriod"/>
            </a:pPr>
            <a:r>
              <a:rPr lang="en-US" altLang="ko-KR" sz="2800" dirty="0"/>
              <a:t>Pandas </a:t>
            </a:r>
            <a:r>
              <a:rPr lang="en-US" altLang="ko-KR" sz="2800" dirty="0">
                <a:solidFill>
                  <a:srgbClr val="92D050"/>
                </a:solidFill>
              </a:rPr>
              <a:t>(</a:t>
            </a:r>
            <a:r>
              <a:rPr lang="en-US" altLang="ko-KR" sz="2800" dirty="0" err="1">
                <a:solidFill>
                  <a:srgbClr val="92D050"/>
                </a:solidFill>
              </a:rPr>
              <a:t>numpy</a:t>
            </a:r>
            <a:r>
              <a:rPr lang="en-US" altLang="ko-KR" sz="2800" dirty="0">
                <a:solidFill>
                  <a:srgbClr val="92D050"/>
                </a:solidFill>
              </a:rPr>
              <a:t> v 1.2)</a:t>
            </a:r>
          </a:p>
          <a:p>
            <a:pPr marL="342900" indent="-342900">
              <a:buAutoNum type="arabicPeriod"/>
            </a:pPr>
            <a:r>
              <a:rPr lang="en-US" altLang="ko-KR" sz="2800" dirty="0" err="1"/>
              <a:t>RDKit</a:t>
            </a:r>
            <a:endParaRPr lang="en-US" altLang="ko-KR" sz="2800" dirty="0"/>
          </a:p>
          <a:p>
            <a:pPr marL="342900" indent="-342900">
              <a:buAutoNum type="arabicPeriod"/>
            </a:pPr>
            <a:r>
              <a:rPr lang="en-US" altLang="ko-KR" sz="2800" dirty="0"/>
              <a:t>Scikit-learn</a:t>
            </a:r>
          </a:p>
          <a:p>
            <a:pPr marL="342900" indent="-342900">
              <a:buAutoNum type="arabicPeriod"/>
            </a:pPr>
            <a:r>
              <a:rPr lang="en-US" altLang="ko-KR" sz="2800" dirty="0"/>
              <a:t>Matplotlib</a:t>
            </a:r>
          </a:p>
          <a:p>
            <a:pPr marL="342900" indent="-342900">
              <a:buAutoNum type="arabicPeriod"/>
            </a:pPr>
            <a:r>
              <a:rPr lang="en-US" altLang="ko-KR" sz="2800" dirty="0" err="1"/>
              <a:t>Optuna</a:t>
            </a:r>
            <a:endParaRPr lang="en-US" altLang="ko-KR" sz="28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6F15D67-BFA4-70A5-E313-0BF685DE5EEE}"/>
              </a:ext>
            </a:extLst>
          </p:cNvPr>
          <p:cNvSpPr/>
          <p:nvPr/>
        </p:nvSpPr>
        <p:spPr>
          <a:xfrm>
            <a:off x="6014174" y="1690688"/>
            <a:ext cx="5478218" cy="4749992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516928D-C541-DA86-8FEA-39F3E986B76A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(v2.1)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>
                <a:solidFill>
                  <a:srgbClr val="FFFF00"/>
                </a:solidFill>
              </a:rPr>
              <a:t>Jupyter</a:t>
            </a:r>
            <a:r>
              <a:rPr lang="en-US" altLang="ko-KR" sz="2000" dirty="0">
                <a:solidFill>
                  <a:srgbClr val="FFFF00"/>
                </a:solidFill>
              </a:rPr>
              <a:t> notebook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B4118B-1E2F-3FFF-5077-ADE967D2FB07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 err="1"/>
              <a:t>rdkit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(v1.2)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Pandas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Scikit-learn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Matplotlib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Optuna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84281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2CD553-EA22-7E29-2C23-8D00BE7B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1516502"/>
            <a:ext cx="12031754" cy="2514951"/>
          </a:xfrm>
          <a:prstGeom prst="rect">
            <a:avLst/>
          </a:prstGeom>
        </p:spPr>
      </p:pic>
      <p:pic>
        <p:nvPicPr>
          <p:cNvPr id="7" name="그림 6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CC8728-9CE8-52C5-7C05-42E7F3669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309" y="4084022"/>
            <a:ext cx="9183382" cy="258163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0DBA0B35-3E44-C90C-ACF8-194D8E1E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라이브러리 설치 주의 사항 </a:t>
            </a:r>
            <a:r>
              <a:rPr lang="en-US" altLang="ko-KR" sz="4000" dirty="0"/>
              <a:t>(</a:t>
            </a:r>
            <a:r>
              <a:rPr lang="ko-KR" altLang="en-US" sz="4000" dirty="0"/>
              <a:t>아나콘다 환경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0956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258A5-10C4-5B5C-11AD-948D9A45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라이브러리 설치 명령어 </a:t>
            </a:r>
            <a:r>
              <a:rPr lang="en-US" altLang="ko-KR" dirty="0"/>
              <a:t>(command)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C52647-1408-B0A3-91C0-D3AEF7647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pip install OOOOOO</a:t>
            </a:r>
          </a:p>
          <a:p>
            <a:pPr marL="0" indent="0">
              <a:buNone/>
            </a:pPr>
            <a:r>
              <a:rPr lang="en-US" altLang="ko-KR" dirty="0" err="1"/>
              <a:t>conda</a:t>
            </a:r>
            <a:r>
              <a:rPr lang="en-US" altLang="ko-KR" dirty="0"/>
              <a:t> install OOOOOO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2E6E024-D756-8BA5-9490-D70A967E2FF4}"/>
              </a:ext>
            </a:extLst>
          </p:cNvPr>
          <p:cNvSpPr/>
          <p:nvPr/>
        </p:nvSpPr>
        <p:spPr>
          <a:xfrm>
            <a:off x="6014174" y="1690688"/>
            <a:ext cx="5478218" cy="4749992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9AAC5E-D1C6-5A62-CDA7-D39AFCADAEBB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(v2.1)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>
                <a:solidFill>
                  <a:srgbClr val="FFFF00"/>
                </a:solidFill>
              </a:rPr>
              <a:t>Jupyter</a:t>
            </a:r>
            <a:r>
              <a:rPr lang="en-US" altLang="ko-KR" sz="2000" dirty="0">
                <a:solidFill>
                  <a:srgbClr val="FFFF00"/>
                </a:solidFill>
              </a:rPr>
              <a:t> notebook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3ACA9A-3AED-2F5B-451F-65DA1E498086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 err="1"/>
              <a:t>rdkit</a:t>
            </a:r>
            <a:endParaRPr lang="en-US" altLang="ko-KR" sz="2000" dirty="0"/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(v1.2)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Pandas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/>
              <a:t>Scikit-learn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Matplotlib</a:t>
            </a:r>
          </a:p>
          <a:p>
            <a:pPr marL="342900" indent="-342900">
              <a:buAutoNum type="arabicPeriod"/>
            </a:pPr>
            <a:r>
              <a:rPr lang="en-US" altLang="ko-KR" sz="2000" dirty="0" err="1"/>
              <a:t>Optuna</a:t>
            </a: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1BA66-F524-4D93-E884-A76445AEBC0E}"/>
              </a:ext>
            </a:extLst>
          </p:cNvPr>
          <p:cNvSpPr txBox="1"/>
          <p:nvPr/>
        </p:nvSpPr>
        <p:spPr>
          <a:xfrm>
            <a:off x="6444691" y="5653439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pip install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2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B0B43B-429C-0991-5E2E-45520E321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652075"/>
            <a:ext cx="11736438" cy="5553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6822D-B66E-2F90-C2C5-0564DDD599CC}"/>
              </a:ext>
            </a:extLst>
          </p:cNvPr>
          <p:cNvSpPr txBox="1"/>
          <p:nvPr/>
        </p:nvSpPr>
        <p:spPr>
          <a:xfrm>
            <a:off x="3047391" y="110200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https://www.rdkit.org/docs/Install.html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B83A6EF-A49C-51C6-DF00-F5E23587E47D}"/>
              </a:ext>
            </a:extLst>
          </p:cNvPr>
          <p:cNvSpPr/>
          <p:nvPr/>
        </p:nvSpPr>
        <p:spPr>
          <a:xfrm>
            <a:off x="6014174" y="2700242"/>
            <a:ext cx="5478218" cy="3740438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ABBC669-C537-822F-D5F3-76B862E7B1F2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/>
              <a:t>Numpy</a:t>
            </a:r>
            <a:r>
              <a:rPr lang="en-US" altLang="ko-KR" sz="2000" dirty="0"/>
              <a:t> (v2.1)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 err="1">
                <a:solidFill>
                  <a:schemeClr val="bg1"/>
                </a:solidFill>
              </a:rPr>
              <a:t>Jupyter</a:t>
            </a:r>
            <a:r>
              <a:rPr lang="en-US" altLang="ko-KR" sz="2000" dirty="0">
                <a:solidFill>
                  <a:schemeClr val="bg1"/>
                </a:solidFill>
              </a:rPr>
              <a:t> notebook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chemeClr val="bg1"/>
                </a:solidFill>
              </a:rPr>
              <a:t>Scikit-learn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>
                <a:solidFill>
                  <a:schemeClr val="bg1"/>
                </a:solidFill>
              </a:rPr>
              <a:t>matplotlib</a:t>
            </a:r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AD3F2E8-BAC0-2288-26D6-D38052AE0EE9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>
                <a:solidFill>
                  <a:srgbClr val="FFFF00"/>
                </a:solidFill>
              </a:rPr>
              <a:t>my-</a:t>
            </a:r>
            <a:r>
              <a:rPr lang="en-US" altLang="ko-KR" sz="2000" dirty="0" err="1">
                <a:solidFill>
                  <a:srgbClr val="FFFF00"/>
                </a:solidFill>
              </a:rPr>
              <a:t>rdkit</a:t>
            </a:r>
            <a:r>
              <a:rPr lang="en-US" altLang="ko-KR" sz="2000" dirty="0">
                <a:solidFill>
                  <a:srgbClr val="FFFF00"/>
                </a:solidFill>
              </a:rPr>
              <a:t>-env</a:t>
            </a:r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2438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DC2D7F-5B1E-1E53-6015-D5D3FEA0B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457"/>
            <a:ext cx="12192000" cy="653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067A03-AAAC-85C9-6112-CDD554CC1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458"/>
            <a:ext cx="12192000" cy="64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17C61-C544-FA49-8836-976905F2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 install </a:t>
            </a:r>
            <a:r>
              <a:rPr lang="ko-KR" altLang="en-US" dirty="0"/>
              <a:t>사용시 주의사항</a:t>
            </a: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959531-B001-815E-6AD2-FC83EFA02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59" y="3817881"/>
            <a:ext cx="5477639" cy="150516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A8D2CEF-E181-689B-6E27-4FEB59F7B3DA}"/>
              </a:ext>
            </a:extLst>
          </p:cNvPr>
          <p:cNvSpPr/>
          <p:nvPr/>
        </p:nvSpPr>
        <p:spPr>
          <a:xfrm>
            <a:off x="6014174" y="2700242"/>
            <a:ext cx="5478218" cy="3740438"/>
          </a:xfrm>
          <a:prstGeom prst="roundRect">
            <a:avLst>
              <a:gd name="adj" fmla="val 695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800" dirty="0"/>
              <a:t>Anaconda python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B8863A5-FA89-20A8-3A2F-FA5C84CDB4B9}"/>
              </a:ext>
            </a:extLst>
          </p:cNvPr>
          <p:cNvSpPr/>
          <p:nvPr/>
        </p:nvSpPr>
        <p:spPr>
          <a:xfrm>
            <a:off x="6095999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/>
              <a:t>base</a:t>
            </a:r>
          </a:p>
          <a:p>
            <a:pPr algn="ctr"/>
            <a:endParaRPr lang="en-US" altLang="ko-KR" sz="2000" dirty="0"/>
          </a:p>
          <a:p>
            <a:pPr marL="342900" indent="-342900">
              <a:buAutoNum type="arabicPeriod"/>
            </a:pPr>
            <a:r>
              <a:rPr lang="en-US" altLang="ko-KR" sz="2000" dirty="0" err="1"/>
              <a:t>Rdkit</a:t>
            </a:r>
            <a:endParaRPr lang="en-US" altLang="ko-KR" sz="20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B68ADC2-148C-BCB8-E1D4-77A2819482D7}"/>
              </a:ext>
            </a:extLst>
          </p:cNvPr>
          <p:cNvSpPr/>
          <p:nvPr/>
        </p:nvSpPr>
        <p:spPr>
          <a:xfrm>
            <a:off x="8820277" y="3588559"/>
            <a:ext cx="2581595" cy="2608720"/>
          </a:xfrm>
          <a:prstGeom prst="roundRect">
            <a:avLst>
              <a:gd name="adj" fmla="val 695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dirty="0">
                <a:solidFill>
                  <a:srgbClr val="FFFF00"/>
                </a:solidFill>
              </a:rPr>
              <a:t>ds-ml-course</a:t>
            </a:r>
          </a:p>
          <a:p>
            <a:pPr algn="ctr"/>
            <a:endParaRPr lang="en-US" altLang="ko-KR" sz="2000" dirty="0"/>
          </a:p>
          <a:p>
            <a:pPr marL="457200" indent="-457200" algn="ctr">
              <a:buAutoNum type="arabicPeriod"/>
            </a:pPr>
            <a:r>
              <a:rPr lang="en-US" altLang="ko-KR" sz="2000" dirty="0"/>
              <a:t>Pandas</a:t>
            </a:r>
          </a:p>
          <a:p>
            <a:pPr marL="457200" indent="-457200" algn="ctr">
              <a:buAutoNum type="arabicPeriod"/>
            </a:pPr>
            <a:r>
              <a:rPr lang="en-US" altLang="ko-KR" sz="2000" dirty="0"/>
              <a:t>Scikit-learn</a:t>
            </a:r>
          </a:p>
          <a:p>
            <a:pPr marL="457200" indent="-457200" algn="ctr">
              <a:buAutoNum type="arabicPeriod"/>
            </a:pPr>
            <a:r>
              <a:rPr lang="en-US" altLang="ko-KR" sz="2000" dirty="0"/>
              <a:t>Matplotlib</a:t>
            </a:r>
          </a:p>
          <a:p>
            <a:pPr marL="457200" indent="-457200" algn="ctr">
              <a:buAutoNum type="arabicPeriod"/>
            </a:pPr>
            <a:r>
              <a:rPr lang="en-US" altLang="ko-KR" sz="2000" dirty="0" err="1"/>
              <a:t>Optuna</a:t>
            </a:r>
            <a:endParaRPr lang="en-US" altLang="ko-KR" sz="2000" dirty="0"/>
          </a:p>
          <a:p>
            <a:pPr marL="342900" indent="-342900">
              <a:buAutoNum type="arabicPeriod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57742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6CEF33-38F4-B60F-9993-CD691D55D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768" y="0"/>
            <a:ext cx="9266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06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6FD4A4-7CAB-E010-791F-89CD00EA5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6902"/>
            <a:ext cx="12192000" cy="4324961"/>
          </a:xfrm>
          <a:prstGeom prst="rect">
            <a:avLst/>
          </a:prstGeom>
        </p:spPr>
      </p:pic>
      <p:pic>
        <p:nvPicPr>
          <p:cNvPr id="6" name="그림 5" descr="텍스트, 스크린샷, 폰트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118208-8332-CF77-4CFE-0FB08FAF8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580"/>
          <a:stretch>
            <a:fillRect/>
          </a:stretch>
        </p:blipFill>
        <p:spPr>
          <a:xfrm>
            <a:off x="1504309" y="1374110"/>
            <a:ext cx="9183382" cy="109514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0911BC1-771F-6C73-B809-BBD71990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notebook </a:t>
            </a:r>
            <a:r>
              <a:rPr lang="ko-KR" altLang="en-US" dirty="0"/>
              <a:t>실행 명령어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CD17DC-09BE-5736-D100-3B42E2DD599E}"/>
              </a:ext>
            </a:extLst>
          </p:cNvPr>
          <p:cNvSpPr txBox="1"/>
          <p:nvPr/>
        </p:nvSpPr>
        <p:spPr>
          <a:xfrm>
            <a:off x="8857673" y="4227717"/>
            <a:ext cx="3183074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chemeClr val="bg1"/>
                </a:solidFill>
              </a:rPr>
              <a:t>Jupyter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실행하면 보이는 창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b="1" dirty="0">
                <a:solidFill>
                  <a:schemeClr val="bg1"/>
                </a:solidFill>
              </a:rPr>
              <a:t>창을 닫으면 안됩니다</a:t>
            </a:r>
            <a:r>
              <a:rPr lang="en-US" altLang="ko-KR" b="1" dirty="0">
                <a:solidFill>
                  <a:schemeClr val="bg1"/>
                </a:solidFill>
              </a:rPr>
              <a:t>.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 err="1">
                <a:solidFill>
                  <a:schemeClr val="bg1"/>
                </a:solidFill>
              </a:rPr>
              <a:t>Jupyter</a:t>
            </a:r>
            <a:r>
              <a:rPr lang="ko-KR" altLang="en-US" dirty="0">
                <a:solidFill>
                  <a:schemeClr val="bg1"/>
                </a:solidFill>
              </a:rPr>
              <a:t>가 실제로 구동되는 창이에요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239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F0648F-6A9E-239E-7BEE-0BAFE5CF0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4F699FC-DB07-B805-3F7B-E7FCCE2C8178}"/>
              </a:ext>
            </a:extLst>
          </p:cNvPr>
          <p:cNvSpPr txBox="1">
            <a:spLocks/>
          </p:cNvSpPr>
          <p:nvPr/>
        </p:nvSpPr>
        <p:spPr>
          <a:xfrm>
            <a:off x="6356659" y="766618"/>
            <a:ext cx="5650614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dirty="0" err="1"/>
              <a:t>Jupyter</a:t>
            </a:r>
            <a:r>
              <a:rPr lang="ko-KR" altLang="en-US" dirty="0"/>
              <a:t> </a:t>
            </a:r>
            <a:r>
              <a:rPr lang="en-US" altLang="ko-KR" dirty="0"/>
              <a:t>notebook</a:t>
            </a:r>
            <a:r>
              <a:rPr lang="ko-KR" altLang="en-US" dirty="0"/>
              <a:t> 초기 화면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20F6F40-A439-3F3C-0E20-212AE17400B7}"/>
              </a:ext>
            </a:extLst>
          </p:cNvPr>
          <p:cNvCxnSpPr>
            <a:cxnSpLocks/>
          </p:cNvCxnSpPr>
          <p:nvPr/>
        </p:nvCxnSpPr>
        <p:spPr>
          <a:xfrm flipH="1">
            <a:off x="8940800" y="1182255"/>
            <a:ext cx="286327" cy="350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506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9D4757A-F428-E48E-69D4-B604CC48B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D66FE51-A341-EC5D-D03B-602C8EF1B482}"/>
              </a:ext>
            </a:extLst>
          </p:cNvPr>
          <p:cNvSpPr txBox="1">
            <a:spLocks/>
          </p:cNvSpPr>
          <p:nvPr/>
        </p:nvSpPr>
        <p:spPr>
          <a:xfrm>
            <a:off x="6356659" y="766618"/>
            <a:ext cx="5650614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dirty="0"/>
              <a:t>Notebook </a:t>
            </a:r>
            <a:r>
              <a:rPr lang="ko-KR" altLang="en-US" dirty="0"/>
              <a:t>파일 생성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D41123A-E702-C553-F665-6894EEB474A6}"/>
              </a:ext>
            </a:extLst>
          </p:cNvPr>
          <p:cNvCxnSpPr/>
          <p:nvPr/>
        </p:nvCxnSpPr>
        <p:spPr>
          <a:xfrm flipH="1">
            <a:off x="9430327" y="1246909"/>
            <a:ext cx="868218" cy="554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89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551EC95-842E-B608-69EB-1D4A749C8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2D71B27-7363-966A-4D13-6339BBB81F77}"/>
              </a:ext>
            </a:extLst>
          </p:cNvPr>
          <p:cNvSpPr txBox="1">
            <a:spLocks/>
          </p:cNvSpPr>
          <p:nvPr/>
        </p:nvSpPr>
        <p:spPr>
          <a:xfrm>
            <a:off x="4472441" y="4248727"/>
            <a:ext cx="5650614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select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8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E5BC199-CEA2-8BF2-488E-1AD380487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B3291B9-21E0-BCD4-BCE5-00FD8396357E}"/>
              </a:ext>
            </a:extLst>
          </p:cNvPr>
          <p:cNvSpPr txBox="1">
            <a:spLocks/>
          </p:cNvSpPr>
          <p:nvPr/>
        </p:nvSpPr>
        <p:spPr>
          <a:xfrm>
            <a:off x="3354841" y="1413164"/>
            <a:ext cx="5650614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dirty="0"/>
              <a:t>Python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를 여기에 작성</a:t>
            </a: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코드를 입력하는 부분</a:t>
            </a:r>
            <a:r>
              <a:rPr lang="en-US" altLang="ko-KR" dirty="0"/>
              <a:t>:</a:t>
            </a:r>
            <a:r>
              <a:rPr lang="ko-KR" altLang="en-US" dirty="0"/>
              <a:t> 셀</a:t>
            </a:r>
            <a:r>
              <a:rPr lang="en-US" altLang="ko-KR" dirty="0"/>
              <a:t>(cell)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55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EB08FB-896C-9759-510F-D37C28331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94" y="0"/>
            <a:ext cx="11354612" cy="68580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3CB4705-5EFA-A103-BD51-0A8F38AFBACA}"/>
              </a:ext>
            </a:extLst>
          </p:cNvPr>
          <p:cNvSpPr txBox="1">
            <a:spLocks/>
          </p:cNvSpPr>
          <p:nvPr/>
        </p:nvSpPr>
        <p:spPr>
          <a:xfrm>
            <a:off x="3602182" y="757379"/>
            <a:ext cx="8405091" cy="638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dirty="0"/>
              <a:t>파일 업로드 방법 </a:t>
            </a:r>
            <a:r>
              <a:rPr lang="en-US" altLang="ko-KR" dirty="0"/>
              <a:t>(</a:t>
            </a:r>
            <a:r>
              <a:rPr lang="en-US" altLang="ko-KR" dirty="0" err="1"/>
              <a:t>ipynb</a:t>
            </a:r>
            <a:r>
              <a:rPr lang="en-US" altLang="ko-KR" dirty="0"/>
              <a:t> </a:t>
            </a:r>
            <a:r>
              <a:rPr lang="ko-KR" altLang="en-US" dirty="0"/>
              <a:t>파일 및 데이터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2E7D58E-B844-BDE3-8388-5131B9219227}"/>
              </a:ext>
            </a:extLst>
          </p:cNvPr>
          <p:cNvCxnSpPr>
            <a:cxnSpLocks/>
          </p:cNvCxnSpPr>
          <p:nvPr/>
        </p:nvCxnSpPr>
        <p:spPr>
          <a:xfrm flipH="1">
            <a:off x="10317019" y="1096206"/>
            <a:ext cx="286327" cy="350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69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정육면체 5">
            <a:extLst>
              <a:ext uri="{FF2B5EF4-FFF2-40B4-BE49-F238E27FC236}">
                <a16:creationId xmlns:a16="http://schemas.microsoft.com/office/drawing/2014/main" id="{96FEF988-5736-CC2F-C117-95C5FFBD9E17}"/>
              </a:ext>
            </a:extLst>
          </p:cNvPr>
          <p:cNvSpPr/>
          <p:nvPr/>
        </p:nvSpPr>
        <p:spPr>
          <a:xfrm>
            <a:off x="760442" y="4086804"/>
            <a:ext cx="2379307" cy="2379307"/>
          </a:xfrm>
          <a:prstGeom prst="cube">
            <a:avLst/>
          </a:prstGeom>
          <a:solidFill>
            <a:schemeClr val="accent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정육면체 10">
            <a:extLst>
              <a:ext uri="{FF2B5EF4-FFF2-40B4-BE49-F238E27FC236}">
                <a16:creationId xmlns:a16="http://schemas.microsoft.com/office/drawing/2014/main" id="{DBBB596E-CF67-A77B-2F1C-246B03DC65F9}"/>
              </a:ext>
            </a:extLst>
          </p:cNvPr>
          <p:cNvSpPr/>
          <p:nvPr/>
        </p:nvSpPr>
        <p:spPr>
          <a:xfrm>
            <a:off x="7962120" y="3902138"/>
            <a:ext cx="2379307" cy="2379307"/>
          </a:xfrm>
          <a:prstGeom prst="cube">
            <a:avLst/>
          </a:prstGeom>
          <a:solidFill>
            <a:schemeClr val="accent1">
              <a:alpha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6E73FD0-9EDD-39E3-7D39-DA114D5F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16"/>
            <a:ext cx="12192000" cy="3715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F06C89-F2B0-3FEE-7A31-B1F1694FD7A7}"/>
              </a:ext>
            </a:extLst>
          </p:cNvPr>
          <p:cNvSpPr txBox="1"/>
          <p:nvPr/>
        </p:nvSpPr>
        <p:spPr>
          <a:xfrm>
            <a:off x="830424" y="6468061"/>
            <a:ext cx="220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상자의 이름</a:t>
            </a:r>
            <a:r>
              <a:rPr lang="en-US" altLang="ko-KR" dirty="0"/>
              <a:t>: text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6E5BB9-62B0-6ACA-2AB0-001B17E1A82E}"/>
              </a:ext>
            </a:extLst>
          </p:cNvPr>
          <p:cNvSpPr/>
          <p:nvPr/>
        </p:nvSpPr>
        <p:spPr>
          <a:xfrm>
            <a:off x="3927386" y="4963881"/>
            <a:ext cx="1856792" cy="6251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A406A-67F7-41D6-1E9A-1AF6831E861E}"/>
              </a:ext>
            </a:extLst>
          </p:cNvPr>
          <p:cNvSpPr txBox="1"/>
          <p:nvPr/>
        </p:nvSpPr>
        <p:spPr>
          <a:xfrm>
            <a:off x="8577898" y="6281445"/>
            <a:ext cx="57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3F7F3B-2149-F205-7093-5F71CE907C1E}"/>
              </a:ext>
            </a:extLst>
          </p:cNvPr>
          <p:cNvSpPr txBox="1"/>
          <p:nvPr/>
        </p:nvSpPr>
        <p:spPr>
          <a:xfrm>
            <a:off x="8113443" y="5091791"/>
            <a:ext cx="1502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16" name="화살표: 오른쪽으로 구부러짐 15">
            <a:extLst>
              <a:ext uri="{FF2B5EF4-FFF2-40B4-BE49-F238E27FC236}">
                <a16:creationId xmlns:a16="http://schemas.microsoft.com/office/drawing/2014/main" id="{D30ABA1D-9EB5-3621-7B63-64EF6A61E1D2}"/>
              </a:ext>
            </a:extLst>
          </p:cNvPr>
          <p:cNvSpPr/>
          <p:nvPr/>
        </p:nvSpPr>
        <p:spPr>
          <a:xfrm rot="5400000">
            <a:off x="2522378" y="3168906"/>
            <a:ext cx="1035698" cy="2379308"/>
          </a:xfrm>
          <a:prstGeom prst="curv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1E5C2E-DD2B-565E-7475-3FA54F98F2B7}"/>
              </a:ext>
            </a:extLst>
          </p:cNvPr>
          <p:cNvSpPr/>
          <p:nvPr/>
        </p:nvSpPr>
        <p:spPr>
          <a:xfrm>
            <a:off x="830424" y="1940767"/>
            <a:ext cx="1782147" cy="410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EDB92DD-FA3E-E9B1-5E02-2F515D6D953E}"/>
              </a:ext>
            </a:extLst>
          </p:cNvPr>
          <p:cNvCxnSpPr>
            <a:stCxn id="17" idx="2"/>
          </p:cNvCxnSpPr>
          <p:nvPr/>
        </p:nvCxnSpPr>
        <p:spPr>
          <a:xfrm>
            <a:off x="1721498" y="2351314"/>
            <a:ext cx="1254967" cy="13642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03C927-13FF-C404-225D-9EBBE91DD372}"/>
              </a:ext>
            </a:extLst>
          </p:cNvPr>
          <p:cNvSpPr txBox="1"/>
          <p:nvPr/>
        </p:nvSpPr>
        <p:spPr>
          <a:xfrm>
            <a:off x="3750880" y="5676504"/>
            <a:ext cx="2209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상자의 내용물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6F3D23-D5B5-1EAE-6CF7-762B1EDA3206}"/>
              </a:ext>
            </a:extLst>
          </p:cNvPr>
          <p:cNvSpPr txBox="1"/>
          <p:nvPr/>
        </p:nvSpPr>
        <p:spPr>
          <a:xfrm>
            <a:off x="2816681" y="3466907"/>
            <a:ext cx="43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= (</a:t>
            </a:r>
            <a:r>
              <a:rPr lang="ko-KR" altLang="en-US" dirty="0"/>
              <a:t>등호의 의미</a:t>
            </a:r>
            <a:r>
              <a:rPr lang="en-US" altLang="ko-KR" dirty="0"/>
              <a:t>: </a:t>
            </a:r>
            <a:r>
              <a:rPr lang="ko-KR" altLang="en-US" dirty="0"/>
              <a:t>상자에 집어넣는다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4F0E34-F5FF-6ABB-A938-5EBBC3EF172B}"/>
              </a:ext>
            </a:extLst>
          </p:cNvPr>
          <p:cNvSpPr txBox="1"/>
          <p:nvPr/>
        </p:nvSpPr>
        <p:spPr>
          <a:xfrm>
            <a:off x="2612571" y="1784091"/>
            <a:ext cx="4683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0000"/>
                </a:solidFill>
              </a:rPr>
              <a:t>따옴표</a:t>
            </a:r>
            <a:r>
              <a:rPr lang="en-US" altLang="ko-KR" b="1" dirty="0">
                <a:solidFill>
                  <a:srgbClr val="FF0000"/>
                </a:solidFill>
              </a:rPr>
              <a:t>(‘’)</a:t>
            </a:r>
            <a:r>
              <a:rPr lang="ko-KR" altLang="en-US" dirty="0"/>
              <a:t>가 없으면 </a:t>
            </a:r>
            <a:r>
              <a:rPr lang="ko-KR" altLang="en-US" b="1" dirty="0">
                <a:solidFill>
                  <a:srgbClr val="FF0000"/>
                </a:solidFill>
              </a:rPr>
              <a:t>상자의 이름</a:t>
            </a:r>
            <a:r>
              <a:rPr lang="ko-KR" altLang="en-US" dirty="0"/>
              <a:t>으로 인식</a:t>
            </a:r>
            <a:r>
              <a:rPr lang="en-US" altLang="ko-KR" dirty="0"/>
              <a:t>.</a:t>
            </a:r>
          </a:p>
          <a:p>
            <a:pPr algn="ctr"/>
            <a:r>
              <a:rPr lang="en-US" altLang="ko-KR" b="1" dirty="0">
                <a:solidFill>
                  <a:srgbClr val="0070C0"/>
                </a:solidFill>
              </a:rPr>
              <a:t>‘</a:t>
            </a:r>
            <a:r>
              <a:rPr lang="ko-KR" altLang="en-US" b="1" dirty="0">
                <a:solidFill>
                  <a:srgbClr val="0070C0"/>
                </a:solidFill>
              </a:rPr>
              <a:t>따옴표</a:t>
            </a:r>
            <a:r>
              <a:rPr lang="en-US" altLang="ko-KR" b="1" dirty="0">
                <a:solidFill>
                  <a:srgbClr val="0070C0"/>
                </a:solidFill>
              </a:rPr>
              <a:t>’</a:t>
            </a:r>
            <a:r>
              <a:rPr lang="ko-KR" altLang="en-US" dirty="0"/>
              <a:t>가 있으면 </a:t>
            </a:r>
            <a:r>
              <a:rPr lang="ko-KR" altLang="en-US" b="1" dirty="0">
                <a:solidFill>
                  <a:srgbClr val="0070C0"/>
                </a:solidFill>
              </a:rPr>
              <a:t>상자의 내용물</a:t>
            </a:r>
            <a:r>
              <a:rPr lang="ko-KR" altLang="en-US" dirty="0"/>
              <a:t>로 인식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60D9C-0F23-39AD-9B6E-1CD92F393C3B}"/>
              </a:ext>
            </a:extLst>
          </p:cNvPr>
          <p:cNvSpPr txBox="1"/>
          <p:nvPr/>
        </p:nvSpPr>
        <p:spPr>
          <a:xfrm>
            <a:off x="7541441" y="3189908"/>
            <a:ext cx="3989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Print</a:t>
            </a:r>
            <a:r>
              <a:rPr lang="ko-KR" altLang="en-US" dirty="0"/>
              <a:t>함수에 상자 이름을 입력해주면 상자의 내용물을 확인할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94998E-C083-C9AB-EB99-47B898EE8D11}"/>
              </a:ext>
            </a:extLst>
          </p:cNvPr>
          <p:cNvSpPr txBox="1"/>
          <p:nvPr/>
        </p:nvSpPr>
        <p:spPr>
          <a:xfrm>
            <a:off x="2612571" y="2482146"/>
            <a:ext cx="8378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*</a:t>
            </a:r>
            <a:r>
              <a:rPr lang="ko-KR" altLang="en-US" dirty="0"/>
              <a:t>상자라고 표현했지만</a:t>
            </a:r>
            <a:r>
              <a:rPr lang="en-US" altLang="ko-KR" dirty="0"/>
              <a:t>, </a:t>
            </a:r>
            <a:r>
              <a:rPr lang="ko-KR" altLang="en-US" dirty="0"/>
              <a:t>프로그래밍에서 공식적으로는 </a:t>
            </a:r>
            <a:r>
              <a:rPr lang="en-US" altLang="ko-KR" dirty="0"/>
              <a:t>‘</a:t>
            </a:r>
            <a:r>
              <a:rPr lang="ko-KR" altLang="en-US" b="1" dirty="0"/>
              <a:t>변수</a:t>
            </a:r>
            <a:r>
              <a:rPr lang="en-US" altLang="ko-KR" dirty="0"/>
              <a:t>‘</a:t>
            </a:r>
            <a:r>
              <a:rPr lang="ko-KR" altLang="en-US" dirty="0"/>
              <a:t>라고 부릅니다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31898-AAFB-6238-49E7-514D9E8951D3}"/>
              </a:ext>
            </a:extLst>
          </p:cNvPr>
          <p:cNvSpPr txBox="1"/>
          <p:nvPr/>
        </p:nvSpPr>
        <p:spPr>
          <a:xfrm>
            <a:off x="3856998" y="867403"/>
            <a:ext cx="4532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/>
              <a:t>코드 실행 버튼</a:t>
            </a:r>
            <a:r>
              <a:rPr lang="en-US" altLang="ko-KR" b="1" dirty="0"/>
              <a:t> </a:t>
            </a:r>
            <a:r>
              <a:rPr lang="ko-KR" altLang="en-US" dirty="0"/>
              <a:t>선택된 셀을 실행합니다</a:t>
            </a:r>
            <a:r>
              <a:rPr lang="en-US" altLang="ko-KR" dirty="0"/>
              <a:t>.</a:t>
            </a:r>
          </a:p>
          <a:p>
            <a:pPr algn="ctr"/>
            <a:r>
              <a:rPr lang="ko-KR" altLang="en-US" dirty="0"/>
              <a:t>혹은 셀을 선택한 후 </a:t>
            </a:r>
            <a:r>
              <a:rPr lang="en-US" altLang="ko-KR" dirty="0" err="1"/>
              <a:t>shift+enter</a:t>
            </a:r>
            <a:endParaRPr lang="en-US" altLang="ko-KR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7C6EE2C7-08A5-5D75-AD22-0FF59A72C326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1721498" y="952107"/>
            <a:ext cx="2135500" cy="2384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72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1C719-C1AC-55E6-85BA-FDF0E002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 </a:t>
            </a:r>
            <a:r>
              <a:rPr lang="en-US" altLang="ko-KR"/>
              <a:t>data frame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388528-DFA1-2A74-1021-01971438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 파일 읽기 </a:t>
            </a:r>
            <a:r>
              <a:rPr lang="en-US" altLang="ko-KR" dirty="0" err="1"/>
              <a:t>pd.read_csv</a:t>
            </a:r>
            <a:r>
              <a:rPr lang="en-US" altLang="ko-KR" dirty="0"/>
              <a:t>(), </a:t>
            </a:r>
            <a:r>
              <a:rPr lang="en-US" altLang="ko-KR" dirty="0" err="1"/>
              <a:t>pd.read_excel</a:t>
            </a:r>
            <a:r>
              <a:rPr lang="en-US" altLang="ko-KR" dirty="0"/>
              <a:t>()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데이터 분석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기계학습 모델 입력 값이 될 컬럼 이름</a:t>
            </a:r>
            <a:r>
              <a:rPr lang="en-US" altLang="ko-KR" dirty="0"/>
              <a:t>? (smiles </a:t>
            </a:r>
            <a:r>
              <a:rPr lang="ko-KR" altLang="en-US" dirty="0"/>
              <a:t>코드가 있는 컬럼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기계학습 모델 출력 값이 될 컬럼 이름</a:t>
            </a:r>
            <a:r>
              <a:rPr lang="en-US" altLang="ko-KR" dirty="0"/>
              <a:t>? (</a:t>
            </a:r>
            <a:r>
              <a:rPr lang="ko-KR" altLang="en-US" dirty="0"/>
              <a:t>모델이 예측해야 하는 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회귀 </a:t>
            </a:r>
            <a:r>
              <a:rPr lang="en-US" altLang="ko-KR" dirty="0"/>
              <a:t>(regression) / </a:t>
            </a:r>
            <a:r>
              <a:rPr lang="ko-KR" altLang="en-US" dirty="0"/>
              <a:t>분류 </a:t>
            </a:r>
            <a:r>
              <a:rPr lang="en-US" altLang="ko-KR" dirty="0"/>
              <a:t>(classification) </a:t>
            </a:r>
            <a:r>
              <a:rPr lang="ko-KR" altLang="en-US" dirty="0"/>
              <a:t>모델</a:t>
            </a:r>
            <a:r>
              <a:rPr lang="en-US" altLang="ko-KR" dirty="0"/>
              <a:t>? (</a:t>
            </a:r>
            <a:r>
              <a:rPr lang="ko-KR" altLang="en-US" dirty="0"/>
              <a:t>연속적인 값</a:t>
            </a:r>
            <a:r>
              <a:rPr lang="en-US" altLang="ko-KR" dirty="0"/>
              <a:t> / </a:t>
            </a:r>
            <a:r>
              <a:rPr lang="ko-KR" altLang="en-US" dirty="0"/>
              <a:t>카테고리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Invitro </a:t>
            </a:r>
            <a:r>
              <a:rPr lang="ko-KR" altLang="en-US" dirty="0"/>
              <a:t>탭과 </a:t>
            </a:r>
            <a:r>
              <a:rPr lang="en-US" altLang="ko-KR" dirty="0" err="1"/>
              <a:t>invivo</a:t>
            </a:r>
            <a:r>
              <a:rPr lang="en-US" altLang="ko-KR" dirty="0"/>
              <a:t> </a:t>
            </a:r>
            <a:r>
              <a:rPr lang="ko-KR" altLang="en-US" dirty="0"/>
              <a:t>탭의 차이</a:t>
            </a:r>
            <a:r>
              <a:rPr lang="en-US" altLang="ko-KR" dirty="0"/>
              <a:t>? (</a:t>
            </a:r>
            <a:r>
              <a:rPr lang="ko-KR" altLang="en-US" dirty="0"/>
              <a:t>실험 값의 의미</a:t>
            </a:r>
            <a:r>
              <a:rPr lang="en-US" altLang="ko-KR" dirty="0"/>
              <a:t>, </a:t>
            </a:r>
            <a:r>
              <a:rPr lang="ko-KR" altLang="en-US" dirty="0"/>
              <a:t>데이터 양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442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391</Words>
  <Application>Microsoft Office PowerPoint</Application>
  <PresentationFormat>와이드스크린</PresentationFormat>
  <Paragraphs>105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Wingdings</vt:lpstr>
      <vt:lpstr>Office 테마</vt:lpstr>
      <vt:lpstr>기계학습 (Machine learning)</vt:lpstr>
      <vt:lpstr>명령어 (bash, python)</vt:lpstr>
      <vt:lpstr>코딩을 배운다는 것?</vt:lpstr>
      <vt:lpstr>라이브러리 의존성 (library dependency)</vt:lpstr>
      <vt:lpstr>라이브러리 설치 주의 사항 (아나콘다 환경)</vt:lpstr>
      <vt:lpstr>라이브러리 설치 명령어 (command)</vt:lpstr>
      <vt:lpstr>PowerPoint 프레젠테이션</vt:lpstr>
      <vt:lpstr>PowerPoint 프레젠테이션</vt:lpstr>
      <vt:lpstr>PowerPoint 프레젠테이션</vt:lpstr>
      <vt:lpstr>pip install 사용시 주의사항</vt:lpstr>
      <vt:lpstr>PowerPoint 프레젠테이션</vt:lpstr>
      <vt:lpstr>notebook 실행 명령어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Pandas data frame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SHIN HYUN KIL</cp:lastModifiedBy>
  <cp:revision>2</cp:revision>
  <dcterms:created xsi:type="dcterms:W3CDTF">2026-03-03T19:48:54Z</dcterms:created>
  <dcterms:modified xsi:type="dcterms:W3CDTF">2026-03-05T08:54:36Z</dcterms:modified>
</cp:coreProperties>
</file>